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3de3b1c068c4ff8" /><Relationship Type="http://schemas.openxmlformats.org/officeDocument/2006/relationships/extended-properties" Target="/docProps/app.xml" Id="Red2d988e48dc444e" /><Relationship Type="http://schemas.openxmlformats.org/officeDocument/2006/relationships/officeDocument" Target="/ppt/presentation.xml" Id="Rb5dc5e447cba46ba" /></Relationships>
</file>

<file path=ppt/presentation.xml><?xml version="1.0" encoding="utf-8"?>
<p:presentation xmlns:p="http://schemas.openxmlformats.org/presentationml/2006/main">
  <p:sldMasterIdLst>
    <p:sldMasterId xmlns:r="http://schemas.openxmlformats.org/officeDocument/2006/relationships" id="2147483648" r:id="R875a4eaf9c4647fc"/>
  </p:sldMasterIdLst>
  <p:notesMasterIdLst>
    <p:notesMasterId xmlns:r="http://schemas.openxmlformats.org/officeDocument/2006/relationships" r:id="Rccacd90e43fc4201"/>
  </p:notesMasterIdLst>
  <p:sldIdLst>
    <p:sldId xmlns:r="http://schemas.openxmlformats.org/officeDocument/2006/relationships" id="256" r:id="R700cf27f77a9439d"/>
    <p:sldId xmlns:r="http://schemas.openxmlformats.org/officeDocument/2006/relationships" id="257" r:id="R46412f622dde4d81"/>
    <p:sldId xmlns:r="http://schemas.openxmlformats.org/officeDocument/2006/relationships" id="258" r:id="R39be201330c2438b"/>
    <p:sldId xmlns:r="http://schemas.openxmlformats.org/officeDocument/2006/relationships" id="259" r:id="R4b6c1f9745344485"/>
    <p:sldId xmlns:r="http://schemas.openxmlformats.org/officeDocument/2006/relationships" id="260" r:id="Rfbe733550dad4adf"/>
    <p:sldId xmlns:r="http://schemas.openxmlformats.org/officeDocument/2006/relationships" id="261" r:id="R1f35dd97e7b147bb"/>
    <p:sldId xmlns:r="http://schemas.openxmlformats.org/officeDocument/2006/relationships" id="262" r:id="Ra6bea530b7054bf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31cb732cc894442" /><Relationship Type="http://schemas.openxmlformats.org/officeDocument/2006/relationships/slideMaster" Target="/ppt/slideMasters/slideMaster1.xml" Id="R875a4eaf9c4647fc" /><Relationship Type="http://schemas.openxmlformats.org/officeDocument/2006/relationships/notesMaster" Target="/ppt/notesMasters/notesMaster1.xml" Id="Rccacd90e43fc4201" /><Relationship Type="http://schemas.openxmlformats.org/officeDocument/2006/relationships/presProps" Target="/ppt/presProps.xml" Id="Rabf1d64cb54643d1" /><Relationship Type="http://schemas.openxmlformats.org/officeDocument/2006/relationships/tableStyles" Target="/ppt/tableStyles.xml" Id="R6aa52604370543fe" /><Relationship Type="http://schemas.openxmlformats.org/officeDocument/2006/relationships/slide" Target="/ppt/slides/slide1.xml" Id="R700cf27f77a9439d" /><Relationship Type="http://schemas.openxmlformats.org/officeDocument/2006/relationships/slide" Target="/ppt/slides/slide2.xml" Id="R46412f622dde4d81" /><Relationship Type="http://schemas.openxmlformats.org/officeDocument/2006/relationships/slide" Target="/ppt/slides/slide3.xml" Id="R39be201330c2438b" /><Relationship Type="http://schemas.openxmlformats.org/officeDocument/2006/relationships/slide" Target="/ppt/slides/slide4.xml" Id="R4b6c1f9745344485" /><Relationship Type="http://schemas.openxmlformats.org/officeDocument/2006/relationships/slide" Target="/ppt/slides/slide5.xml" Id="Rfbe733550dad4adf" /><Relationship Type="http://schemas.openxmlformats.org/officeDocument/2006/relationships/slide" Target="/ppt/slides/slide6.xml" Id="R1f35dd97e7b147bb" /><Relationship Type="http://schemas.openxmlformats.org/officeDocument/2006/relationships/slide" Target="/ppt/slides/slide7.xml" Id="Ra6bea530b7054bf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9e21b0325e0408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d08c9a68f2e4987" /><Relationship Type="http://schemas.openxmlformats.org/officeDocument/2006/relationships/notesMaster" Target="/ppt/notesMasters/notesMaster1.xml" Id="Rdc0bb75e9a2f4b44" /></Relationships>
</file>

<file path=ppt/notesSlides/_rels/notesSlide2.xml.rels>&#65279;<?xml version="1.0" encoding="utf-8"?><Relationships xmlns="http://schemas.openxmlformats.org/package/2006/relationships"><Relationship Type="http://schemas.openxmlformats.org/officeDocument/2006/relationships/slide" Target="/ppt/slides/slide2.xml" Id="Rd34f060364554743" /><Relationship Type="http://schemas.openxmlformats.org/officeDocument/2006/relationships/notesMaster" Target="/ppt/notesMasters/notesMaster1.xml" Id="R4b9e8d255ea44194" /></Relationships>
</file>

<file path=ppt/notesSlides/_rels/notesSlide3.xml.rels>&#65279;<?xml version="1.0" encoding="utf-8"?><Relationships xmlns="http://schemas.openxmlformats.org/package/2006/relationships"><Relationship Type="http://schemas.openxmlformats.org/officeDocument/2006/relationships/slide" Target="/ppt/slides/slide3.xml" Id="Rc0f864c7a8fd4d89" /><Relationship Type="http://schemas.openxmlformats.org/officeDocument/2006/relationships/notesMaster" Target="/ppt/notesMasters/notesMaster1.xml" Id="Rbfc187735d7b4826" /></Relationships>
</file>

<file path=ppt/notesSlides/_rels/notesSlide4.xml.rels>&#65279;<?xml version="1.0" encoding="utf-8"?><Relationships xmlns="http://schemas.openxmlformats.org/package/2006/relationships"><Relationship Type="http://schemas.openxmlformats.org/officeDocument/2006/relationships/slide" Target="/ppt/slides/slide4.xml" Id="R97f61d6db3144d9d" /><Relationship Type="http://schemas.openxmlformats.org/officeDocument/2006/relationships/notesMaster" Target="/ppt/notesMasters/notesMaster1.xml" Id="Re5e810133e0d4440" /></Relationships>
</file>

<file path=ppt/notesSlides/_rels/notesSlide5.xml.rels>&#65279;<?xml version="1.0" encoding="utf-8"?><Relationships xmlns="http://schemas.openxmlformats.org/package/2006/relationships"><Relationship Type="http://schemas.openxmlformats.org/officeDocument/2006/relationships/slide" Target="/ppt/slides/slide5.xml" Id="R6166f8527b674eaa" /><Relationship Type="http://schemas.openxmlformats.org/officeDocument/2006/relationships/notesMaster" Target="/ppt/notesMasters/notesMaster1.xml" Id="R47caaee649ac437b" /></Relationships>
</file>

<file path=ppt/notesSlides/_rels/notesSlide6.xml.rels>&#65279;<?xml version="1.0" encoding="utf-8"?><Relationships xmlns="http://schemas.openxmlformats.org/package/2006/relationships"><Relationship Type="http://schemas.openxmlformats.org/officeDocument/2006/relationships/slide" Target="/ppt/slides/slide6.xml" Id="R1f0fb873ecc9440d" /><Relationship Type="http://schemas.openxmlformats.org/officeDocument/2006/relationships/notesMaster" Target="/ppt/notesMasters/notesMaster1.xml" Id="R060b7ac49d804c3d" /></Relationships>
</file>

<file path=ppt/notesSlides/_rels/notesSlide7.xml.rels>&#65279;<?xml version="1.0" encoding="utf-8"?><Relationships xmlns="http://schemas.openxmlformats.org/package/2006/relationships"><Relationship Type="http://schemas.openxmlformats.org/officeDocument/2006/relationships/slide" Target="/ppt/slides/slide7.xml" Id="Re7fb3b32be9d4d33" /><Relationship Type="http://schemas.openxmlformats.org/officeDocument/2006/relationships/notesMaster" Target="/ppt/notesMasters/notesMaster1.xml" Id="Rf2e14c7067ab486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Portada. El equipo informó que ya dispone de APK Android, video de contexto y video demo. Imagen editorial generada para esta presentación, no fotografía de un evento real de Budsound.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Cambios conocidos por el historial del proyecto y verificados en la implementación local. La fase inicial en memoria quedó documentada en docs/seguimiento/2026-09-19-avance.md. El estado actual de cuentas, PostgreSQL y Mercado Pago se ve en backend/src/app.js, backend/src/schema.sql y Flutter.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70% es una estimación preparada para exposición, no un porcentaje oficial de la carta Gantt. Los diez frentes y ponderación deben confirmarse con el equipo antes de presentarlo. La APK y los videos listos fueron informados por el usuario. La confirmación de pago completa con comprador Sandbox aún no se ha demostrado. Imagen conceptual generada para esta presentación.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Arquitectura basada en backend/src/app.js, backend/src/schema.sql, lib/core/network y lib/features. Las líneas inferiores muestran integraciones con la API; no implican conexión directa entre servicios externos. La validación completa del pago Sandbox permanece pendiente.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Tecnologías verificadas en pubspec.yaml, backend/package.json, backend/src y lib. GitHub respalda control de versiones, pero no participa en el flujo de usuario, por eso no se dibuja como componente en ejecución.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Flujo inferido del código en backend/src/app.js, backend/src/mercado_pago_service.js, backend/src/postgres_event_repository.js y Flutter. No afirmar que el pago está verificado de extremo a extremo ni que hay cobros reales. El QR con cámara sigue pendiente; durante la demo puede simularse elegir un evento activo.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Orden sugerido para la clase: reproducir brevemente video de contexto, mostrar la APK en vivo y usar el video demo solo si falla la red o el entorno local. Los videos no están incrustados porque no se entregaron archivos. Fecha 20 de noviembre tomada de la imagen del usuario. Imagen editorial generada para esta presentación, no una captura auténtica de la app.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ce2c4db5265432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914c738c3cb4b9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e6eeaa202f84a7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916a68e123947e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66031f2eaa54b2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a52bed016c8447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FA2209B-2244-49BF-8C41-A8E58F78A5A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E3C5086-C258-4C88-9077-13C548346B8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B0D5599-F872-4FB1-A248-B2B23FD71E8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739C5E0-C31D-497F-B457-01D142597E5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30D98DC-A1D0-4909-B199-CB673121F8B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A8DD092-2DAF-4516-93FF-C3677C7074E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7633768-5EEC-4353-8AC8-53F93766CEF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E35D687-A58F-4538-907E-5CC45A89E2D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4224A8A-41AA-4E97-8ED0-FEF1ACAF97B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5E5744F-DF31-4512-B0CF-20580ED71F8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4e27d63da99497f" /><Relationship Type="http://schemas.openxmlformats.org/officeDocument/2006/relationships/slideLayout" Target="/ppt/slideLayouts/slideLayout1.xml" Id="R6ceda55e2be340ac" /><Relationship Type="http://schemas.openxmlformats.org/officeDocument/2006/relationships/slideLayout" Target="/ppt/slideLayouts/slideLayout2.xml" Id="R9cf97491bdfc49bb" /><Relationship Type="http://schemas.openxmlformats.org/officeDocument/2006/relationships/slideLayout" Target="/ppt/slideLayouts/slideLayout3.xml" Id="R0ef3393f8c9a409d" /><Relationship Type="http://schemas.openxmlformats.org/officeDocument/2006/relationships/slideLayout" Target="/ppt/slideLayouts/slideLayout4.xml" Id="R68832c0d3bf847c9" /><Relationship Type="http://schemas.openxmlformats.org/officeDocument/2006/relationships/slideLayout" Target="/ppt/slideLayouts/slideLayout5.xml" Id="R6f12a31f4109453e" /><Relationship Type="http://schemas.openxmlformats.org/officeDocument/2006/relationships/slideLayout" Target="/ppt/slideLayouts/slideLayout6.xml" Id="Ra6f9ec90bb0e41b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ceda55e2be340ac"/>
    <p:sldLayoutId xmlns:r="http://schemas.openxmlformats.org/officeDocument/2006/relationships" id="2147483650" r:id="R9cf97491bdfc49bb"/>
    <p:sldLayoutId xmlns:r="http://schemas.openxmlformats.org/officeDocument/2006/relationships" id="2147483651" r:id="R0ef3393f8c9a409d"/>
    <p:sldLayoutId xmlns:r="http://schemas.openxmlformats.org/officeDocument/2006/relationships" id="2147483652" r:id="R68832c0d3bf847c9"/>
    <p:sldLayoutId xmlns:r="http://schemas.openxmlformats.org/officeDocument/2006/relationships" id="2147483653" r:id="R6f12a31f4109453e"/>
    <p:sldLayoutId xmlns:r="http://schemas.openxmlformats.org/officeDocument/2006/relationships" id="2147483654" r:id="Ra6f9ec90bb0e41b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6648f880dfb45a9" /><Relationship Type="http://schemas.openxmlformats.org/officeDocument/2006/relationships/image" Target="/ppt/media/image.png" Id="R935a9c2a9d544f49" /><Relationship Type="http://schemas.openxmlformats.org/officeDocument/2006/relationships/notesSlide" Target="/ppt/notesSlides/notesSlide1.xml" Id="Rc3d316c3d522494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45137b77fca47f0" /><Relationship Type="http://schemas.openxmlformats.org/officeDocument/2006/relationships/notesSlide" Target="/ppt/notesSlides/notesSlide2.xml" Id="R91a2a7d4b2a245d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07d5add355d4d10" /><Relationship Type="http://schemas.openxmlformats.org/officeDocument/2006/relationships/image" Target="/ppt/media/image2.png" Id="Re1a213471b124c78" /><Relationship Type="http://schemas.openxmlformats.org/officeDocument/2006/relationships/notesSlide" Target="/ppt/notesSlides/notesSlide3.xml" Id="Rfe73c05e541d4c90"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774de89410e4e2f" /><Relationship Type="http://schemas.openxmlformats.org/officeDocument/2006/relationships/notesSlide" Target="/ppt/notesSlides/notesSlide4.xml" Id="Redbe8ebb498a4b1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dad50a8f2ac448b" /><Relationship Type="http://schemas.openxmlformats.org/officeDocument/2006/relationships/notesSlide" Target="/ppt/notesSlides/notesSlide5.xml" Id="Rdfe6999a00ab488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ec88a7c5a3c4446" /><Relationship Type="http://schemas.openxmlformats.org/officeDocument/2006/relationships/notesSlide" Target="/ppt/notesSlides/notesSlide6.xml" Id="R8f0f45a0dba14cc9"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a98ba9132114aef" /><Relationship Type="http://schemas.openxmlformats.org/officeDocument/2006/relationships/image" Target="/ppt/media/image3.png" Id="R2db8bc6237ee4a2c" /><Relationship Type="http://schemas.openxmlformats.org/officeDocument/2006/relationships/notesSlide" Target="/ppt/notesSlides/notesSlide7.xml" Id="R602b46dd37ea4d73" /></Relationships>
</file>

<file path=ppt/slides/slide1.xml><?xml version="1.0" encoding="utf-8"?>
<p:sld xmlns:p="http://schemas.openxmlformats.org/presentationml/2006/main">
  <p:cSld>
    <p:bg>
      <p:bgPr>
        <a:solidFill xmlns:a="http://schemas.openxmlformats.org/drawingml/2006/main">
          <a:srgbClr val="05060F"/>
        </a:solidFill>
      </p:bgPr>
    </p:bg>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D1DA28B4-57D4-46C4-822D-0DED656F9474}"/>
              </a:ext>
            </a:extLst>
          </p:cNvPr>
          <p:cNvPicPr>
            <a:picLocks xmlns:a="http://schemas.openxmlformats.org/drawingml/2006/main" noChangeAspect="1"/>
          </p:cNvPicPr>
          <p:nvPr/>
        </p:nvPicPr>
        <p:blipFill>
          <a:blip xmlns:r="http://schemas.openxmlformats.org/officeDocument/2006/relationships" xmlns:a="http://schemas.openxmlformats.org/drawingml/2006/main" r:embed="R935a9c2a9d544f49"/>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A6A2FD76-4F8D-47DD-938A-89970FDCA225}"/>
              </a:ext>
            </a:extLst>
          </p:cNvPr>
          <p:cNvSpPr>
            <a:spLocks xmlns:a="http://schemas.openxmlformats.org/drawingml/2006/main" noGrp="1"/>
          </p:cNvSpPr>
          <p:nvPr/>
        </p:nvSpPr>
        <p:spPr>
          <a:xfrm xmlns:a="http://schemas.openxmlformats.org/drawingml/2006/main">
            <a:off x="666750" y="685800"/>
            <a:ext cx="5715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950" b="1">
                <a:solidFill>
                  <a:srgbClr val="70E8FF"/>
                </a:solidFill>
                <a:latin typeface="Segoe UI"/>
                <a:ea typeface="Segoe UI"/>
                <a:cs typeface="Segoe UI"/>
              </a:defRPr>
            </a:defPPr>
            <a:lvl1pPr algn="l">
              <a:defRPr sz="1950" b="1">
                <a:solidFill>
                  <a:srgbClr val="70E8FF"/>
                </a:solidFill>
                <a:latin typeface="Segoe UI"/>
                <a:ea typeface="Segoe UI"/>
                <a:cs typeface="Segoe UI"/>
              </a:defRPr>
            </a:lvl1pPr>
            <a:lvl2pPr algn="l">
              <a:defRPr sz="1950" b="1">
                <a:solidFill>
                  <a:srgbClr val="70E8FF"/>
                </a:solidFill>
                <a:latin typeface="Segoe UI"/>
                <a:ea typeface="Segoe UI"/>
                <a:cs typeface="Segoe UI"/>
              </a:defRPr>
            </a:lvl2pPr>
            <a:lvl3pPr algn="l">
              <a:defRPr sz="1950" b="1">
                <a:solidFill>
                  <a:srgbClr val="70E8FF"/>
                </a:solidFill>
                <a:latin typeface="Segoe UI"/>
                <a:ea typeface="Segoe UI"/>
                <a:cs typeface="Segoe UI"/>
              </a:defRPr>
            </a:lvl3pPr>
            <a:lvl4pPr algn="l">
              <a:defRPr sz="1950" b="1">
                <a:solidFill>
                  <a:srgbClr val="70E8FF"/>
                </a:solidFill>
                <a:latin typeface="Segoe UI"/>
                <a:ea typeface="Segoe UI"/>
                <a:cs typeface="Segoe UI"/>
              </a:defRPr>
            </a:lvl4pPr>
            <a:lvl5pPr algn="l">
              <a:defRPr sz="1950" b="1">
                <a:solidFill>
                  <a:srgbClr val="70E8FF"/>
                </a:solidFill>
                <a:latin typeface="Segoe UI"/>
                <a:ea typeface="Segoe UI"/>
                <a:cs typeface="Segoe UI"/>
              </a:defRPr>
            </a:lvl5pPr>
            <a:lvl6pPr algn="l">
              <a:defRPr sz="1950" b="1">
                <a:solidFill>
                  <a:srgbClr val="70E8FF"/>
                </a:solidFill>
                <a:latin typeface="Segoe UI"/>
                <a:ea typeface="Segoe UI"/>
                <a:cs typeface="Segoe UI"/>
              </a:defRPr>
            </a:lvl6pPr>
            <a:lvl7pPr algn="l">
              <a:defRPr sz="1950" b="1">
                <a:solidFill>
                  <a:srgbClr val="70E8FF"/>
                </a:solidFill>
                <a:latin typeface="Segoe UI"/>
                <a:ea typeface="Segoe UI"/>
                <a:cs typeface="Segoe UI"/>
              </a:defRPr>
            </a:lvl7pPr>
            <a:lvl8pPr algn="l">
              <a:defRPr sz="1950" b="1">
                <a:solidFill>
                  <a:srgbClr val="70E8FF"/>
                </a:solidFill>
                <a:latin typeface="Segoe UI"/>
                <a:ea typeface="Segoe UI"/>
                <a:cs typeface="Segoe UI"/>
              </a:defRPr>
            </a:lvl8pPr>
            <a:lvl9pPr algn="l">
              <a:defRPr sz="1950" b="1">
                <a:solidFill>
                  <a:srgbClr val="70E8FF"/>
                </a:solidFill>
                <a:latin typeface="Segoe UI"/>
                <a:ea typeface="Segoe UI"/>
                <a:cs typeface="Segoe UI"/>
              </a:defRPr>
            </a:lvl9pPr>
          </a:lstStyle>
          <a:p xmlns:a="http://schemas.openxmlformats.org/drawingml/2006/main">
            <a:pPr algn="l">
              <a:defRPr sz="1950" b="1">
                <a:solidFill>
                  <a:srgbClr val="70E8FF"/>
                </a:solidFill>
                <a:latin typeface="Segoe UI"/>
                <a:ea typeface="Segoe UI"/>
                <a:cs typeface="Segoe UI"/>
              </a:defRPr>
            </a:pPr>
            <a:r>
              <a:rPr sz="1950" b="1">
                <a:solidFill>
                  <a:srgbClr val="70E8FF"/>
                </a:solidFill>
                <a:latin typeface="Segoe UI"/>
                <a:ea typeface="Segoe UI"/>
                <a:cs typeface="Segoe UI"/>
              </a:rPr>
              <a:t>BUDSOUND</a:t>
            </a:r>
          </a:p>
        </p:txBody>
      </p:sp>
      <p:sp>
        <p:nvSpPr>
          <p:cNvPr id="3" name="">
            <a:extLst xmlns:a="http://schemas.openxmlformats.org/drawingml/2006/main">
              <a:ext uri="{FF2B5EF4-FFF2-40B4-BE49-F238E27FC236}">
                <a16:creationId xmlns:a16="http://schemas.microsoft.com/office/drawing/2014/main" id="{97B6B815-D275-4120-9BC5-32B7CAABE4FA}"/>
              </a:ext>
            </a:extLst>
          </p:cNvPr>
          <p:cNvSpPr>
            <a:spLocks xmlns:a="http://schemas.openxmlformats.org/drawingml/2006/main" noGrp="1"/>
          </p:cNvSpPr>
          <p:nvPr/>
        </p:nvSpPr>
        <p:spPr>
          <a:xfrm xmlns:a="http://schemas.openxmlformats.org/drawingml/2006/main">
            <a:off x="666750" y="2038350"/>
            <a:ext cx="6238875" cy="1924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4050" b="1">
                <a:solidFill>
                  <a:srgbClr val="FFFFFF"/>
                </a:solidFill>
                <a:latin typeface="Segoe UI"/>
                <a:ea typeface="Segoe UI"/>
                <a:cs typeface="Segoe UI"/>
              </a:defRPr>
            </a:defPPr>
            <a:lvl1pPr algn="l">
              <a:defRPr sz="4050" b="1">
                <a:solidFill>
                  <a:srgbClr val="FFFFFF"/>
                </a:solidFill>
                <a:latin typeface="Segoe UI"/>
                <a:ea typeface="Segoe UI"/>
                <a:cs typeface="Segoe UI"/>
              </a:defRPr>
            </a:lvl1pPr>
            <a:lvl2pPr algn="l">
              <a:defRPr sz="4050" b="1">
                <a:solidFill>
                  <a:srgbClr val="FFFFFF"/>
                </a:solidFill>
                <a:latin typeface="Segoe UI"/>
                <a:ea typeface="Segoe UI"/>
                <a:cs typeface="Segoe UI"/>
              </a:defRPr>
            </a:lvl2pPr>
            <a:lvl3pPr algn="l">
              <a:defRPr sz="4050" b="1">
                <a:solidFill>
                  <a:srgbClr val="FFFFFF"/>
                </a:solidFill>
                <a:latin typeface="Segoe UI"/>
                <a:ea typeface="Segoe UI"/>
                <a:cs typeface="Segoe UI"/>
              </a:defRPr>
            </a:lvl3pPr>
            <a:lvl4pPr algn="l">
              <a:defRPr sz="4050" b="1">
                <a:solidFill>
                  <a:srgbClr val="FFFFFF"/>
                </a:solidFill>
                <a:latin typeface="Segoe UI"/>
                <a:ea typeface="Segoe UI"/>
                <a:cs typeface="Segoe UI"/>
              </a:defRPr>
            </a:lvl4pPr>
            <a:lvl5pPr algn="l">
              <a:defRPr sz="4050" b="1">
                <a:solidFill>
                  <a:srgbClr val="FFFFFF"/>
                </a:solidFill>
                <a:latin typeface="Segoe UI"/>
                <a:ea typeface="Segoe UI"/>
                <a:cs typeface="Segoe UI"/>
              </a:defRPr>
            </a:lvl5pPr>
            <a:lvl6pPr algn="l">
              <a:defRPr sz="4050" b="1">
                <a:solidFill>
                  <a:srgbClr val="FFFFFF"/>
                </a:solidFill>
                <a:latin typeface="Segoe UI"/>
                <a:ea typeface="Segoe UI"/>
                <a:cs typeface="Segoe UI"/>
              </a:defRPr>
            </a:lvl6pPr>
            <a:lvl7pPr algn="l">
              <a:defRPr sz="4050" b="1">
                <a:solidFill>
                  <a:srgbClr val="FFFFFF"/>
                </a:solidFill>
                <a:latin typeface="Segoe UI"/>
                <a:ea typeface="Segoe UI"/>
                <a:cs typeface="Segoe UI"/>
              </a:defRPr>
            </a:lvl7pPr>
            <a:lvl8pPr algn="l">
              <a:defRPr sz="4050" b="1">
                <a:solidFill>
                  <a:srgbClr val="FFFFFF"/>
                </a:solidFill>
                <a:latin typeface="Segoe UI"/>
                <a:ea typeface="Segoe UI"/>
                <a:cs typeface="Segoe UI"/>
              </a:defRPr>
            </a:lvl8pPr>
            <a:lvl9pPr algn="l">
              <a:defRPr sz="4050" b="1">
                <a:solidFill>
                  <a:srgbClr val="FFFFFF"/>
                </a:solidFill>
                <a:latin typeface="Segoe UI"/>
                <a:ea typeface="Segoe UI"/>
                <a:cs typeface="Segoe UI"/>
              </a:defRPr>
            </a:lvl9pPr>
          </a:lstStyle>
          <a:p xmlns:a="http://schemas.openxmlformats.org/drawingml/2006/main">
            <a:pPr algn="l">
              <a:defRPr sz="4050" b="1">
                <a:solidFill>
                  <a:srgbClr val="FFFFFF"/>
                </a:solidFill>
                <a:latin typeface="Segoe UI"/>
                <a:ea typeface="Segoe UI"/>
                <a:cs typeface="Segoe UI"/>
              </a:defRPr>
            </a:pPr>
            <a:r>
              <a:rPr sz="4050" b="1">
                <a:solidFill>
                  <a:srgbClr val="FFFFFF"/>
                </a:solidFill>
                <a:latin typeface="Segoe UI"/>
                <a:ea typeface="Segoe UI"/>
                <a:cs typeface="Segoe UI"/>
              </a:rPr>
              <a:t>El público pide música.</a:t>
            </a:r>
          </a:p>
          <a:p xmlns:a="http://schemas.openxmlformats.org/drawingml/2006/main">
            <a:pPr algn="l">
              <a:defRPr sz="4050" b="1">
                <a:solidFill>
                  <a:srgbClr val="FFFFFF"/>
                </a:solidFill>
                <a:latin typeface="Segoe UI"/>
                <a:ea typeface="Segoe UI"/>
                <a:cs typeface="Segoe UI"/>
              </a:defRPr>
            </a:pPr>
            <a:r>
              <a:rPr sz="4050" b="1">
                <a:solidFill>
                  <a:srgbClr val="FFFFFF"/>
                </a:solidFill>
                <a:latin typeface="Segoe UI"/>
                <a:ea typeface="Segoe UI"/>
                <a:cs typeface="Segoe UI"/>
              </a:rPr>
              <a:t>El DJ decide qué suena.</a:t>
            </a:r>
          </a:p>
        </p:txBody>
      </p:sp>
      <p:sp>
        <p:nvSpPr>
          <p:cNvPr id="4" name="">
            <a:extLst xmlns:a="http://schemas.openxmlformats.org/drawingml/2006/main">
              <a:ext uri="{FF2B5EF4-FFF2-40B4-BE49-F238E27FC236}">
                <a16:creationId xmlns:a16="http://schemas.microsoft.com/office/drawing/2014/main" id="{C03D9402-6AE9-4098-AFC0-767959BDE7CB}"/>
              </a:ext>
            </a:extLst>
          </p:cNvPr>
          <p:cNvSpPr>
            <a:spLocks xmlns:a="http://schemas.openxmlformats.org/drawingml/2006/main" noGrp="1"/>
          </p:cNvSpPr>
          <p:nvPr/>
        </p:nvSpPr>
        <p:spPr>
          <a:xfrm xmlns:a="http://schemas.openxmlformats.org/drawingml/2006/main">
            <a:off x="685800" y="4933950"/>
            <a:ext cx="438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0">
                <a:solidFill>
                  <a:srgbClr val="B5C3FF"/>
                </a:solidFill>
                <a:latin typeface="Segoe UI"/>
                <a:ea typeface="Segoe UI"/>
                <a:cs typeface="Segoe UI"/>
              </a:defRPr>
            </a:defPPr>
            <a:lvl1pPr algn="l">
              <a:defRPr sz="1800" b="0">
                <a:solidFill>
                  <a:srgbClr val="B5C3FF"/>
                </a:solidFill>
                <a:latin typeface="Segoe UI"/>
                <a:ea typeface="Segoe UI"/>
                <a:cs typeface="Segoe UI"/>
              </a:defRPr>
            </a:lvl1pPr>
            <a:lvl2pPr algn="l">
              <a:defRPr sz="1800" b="0">
                <a:solidFill>
                  <a:srgbClr val="B5C3FF"/>
                </a:solidFill>
                <a:latin typeface="Segoe UI"/>
                <a:ea typeface="Segoe UI"/>
                <a:cs typeface="Segoe UI"/>
              </a:defRPr>
            </a:lvl2pPr>
            <a:lvl3pPr algn="l">
              <a:defRPr sz="1800" b="0">
                <a:solidFill>
                  <a:srgbClr val="B5C3FF"/>
                </a:solidFill>
                <a:latin typeface="Segoe UI"/>
                <a:ea typeface="Segoe UI"/>
                <a:cs typeface="Segoe UI"/>
              </a:defRPr>
            </a:lvl3pPr>
            <a:lvl4pPr algn="l">
              <a:defRPr sz="1800" b="0">
                <a:solidFill>
                  <a:srgbClr val="B5C3FF"/>
                </a:solidFill>
                <a:latin typeface="Segoe UI"/>
                <a:ea typeface="Segoe UI"/>
                <a:cs typeface="Segoe UI"/>
              </a:defRPr>
            </a:lvl4pPr>
            <a:lvl5pPr algn="l">
              <a:defRPr sz="1800" b="0">
                <a:solidFill>
                  <a:srgbClr val="B5C3FF"/>
                </a:solidFill>
                <a:latin typeface="Segoe UI"/>
                <a:ea typeface="Segoe UI"/>
                <a:cs typeface="Segoe UI"/>
              </a:defRPr>
            </a:lvl5pPr>
            <a:lvl6pPr algn="l">
              <a:defRPr sz="1800" b="0">
                <a:solidFill>
                  <a:srgbClr val="B5C3FF"/>
                </a:solidFill>
                <a:latin typeface="Segoe UI"/>
                <a:ea typeface="Segoe UI"/>
                <a:cs typeface="Segoe UI"/>
              </a:defRPr>
            </a:lvl6pPr>
            <a:lvl7pPr algn="l">
              <a:defRPr sz="1800" b="0">
                <a:solidFill>
                  <a:srgbClr val="B5C3FF"/>
                </a:solidFill>
                <a:latin typeface="Segoe UI"/>
                <a:ea typeface="Segoe UI"/>
                <a:cs typeface="Segoe UI"/>
              </a:defRPr>
            </a:lvl7pPr>
            <a:lvl8pPr algn="l">
              <a:defRPr sz="1800" b="0">
                <a:solidFill>
                  <a:srgbClr val="B5C3FF"/>
                </a:solidFill>
                <a:latin typeface="Segoe UI"/>
                <a:ea typeface="Segoe UI"/>
                <a:cs typeface="Segoe UI"/>
              </a:defRPr>
            </a:lvl8pPr>
            <a:lvl9pPr algn="l">
              <a:defRPr sz="1800" b="0">
                <a:solidFill>
                  <a:srgbClr val="B5C3FF"/>
                </a:solidFill>
                <a:latin typeface="Segoe UI"/>
                <a:ea typeface="Segoe UI"/>
                <a:cs typeface="Segoe UI"/>
              </a:defRPr>
            </a:lvl9pPr>
          </a:lstStyle>
          <a:p xmlns:a="http://schemas.openxmlformats.org/drawingml/2006/main">
            <a:pPr algn="l">
              <a:defRPr sz="1800" b="0">
                <a:solidFill>
                  <a:srgbClr val="B5C3FF"/>
                </a:solidFill>
                <a:latin typeface="Segoe UI"/>
                <a:ea typeface="Segoe UI"/>
                <a:cs typeface="Segoe UI"/>
              </a:defRPr>
            </a:pPr>
            <a:r>
              <a:rPr sz="1800" b="0">
                <a:solidFill>
                  <a:srgbClr val="B5C3FF"/>
                </a:solidFill>
                <a:latin typeface="Segoe UI"/>
                <a:ea typeface="Segoe UI"/>
                <a:cs typeface="Segoe UI"/>
              </a:rPr>
              <a:t>Avance del proyecto APT</a:t>
            </a:r>
          </a:p>
        </p:txBody>
      </p:sp>
      <p:sp>
        <p:nvSpPr>
          <p:cNvPr id="5" name="">
            <a:extLst xmlns:a="http://schemas.openxmlformats.org/drawingml/2006/main">
              <a:ext uri="{FF2B5EF4-FFF2-40B4-BE49-F238E27FC236}">
                <a16:creationId xmlns:a16="http://schemas.microsoft.com/office/drawing/2014/main" id="{0801FAB3-6013-4C9F-A41B-7C24690F3425}"/>
              </a:ext>
            </a:extLst>
          </p:cNvPr>
          <p:cNvSpPr>
            <a:spLocks xmlns:a="http://schemas.openxmlformats.org/drawingml/2006/main" noGrp="1"/>
          </p:cNvSpPr>
          <p:nvPr/>
        </p:nvSpPr>
        <p:spPr>
          <a:xfrm xmlns:a="http://schemas.openxmlformats.org/drawingml/2006/main">
            <a:off x="685800" y="5476875"/>
            <a:ext cx="3429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FFFFFF"/>
                </a:solidFill>
                <a:latin typeface="Segoe UI"/>
                <a:ea typeface="Segoe UI"/>
                <a:cs typeface="Segoe UI"/>
              </a:defRPr>
            </a:defPPr>
            <a:lvl1pPr algn="l">
              <a:defRPr sz="1350" b="0">
                <a:solidFill>
                  <a:srgbClr val="FFFFFF"/>
                </a:solidFill>
                <a:latin typeface="Segoe UI"/>
                <a:ea typeface="Segoe UI"/>
                <a:cs typeface="Segoe UI"/>
              </a:defRPr>
            </a:lvl1pPr>
            <a:lvl2pPr algn="l">
              <a:defRPr sz="1350" b="0">
                <a:solidFill>
                  <a:srgbClr val="FFFFFF"/>
                </a:solidFill>
                <a:latin typeface="Segoe UI"/>
                <a:ea typeface="Segoe UI"/>
                <a:cs typeface="Segoe UI"/>
              </a:defRPr>
            </a:lvl2pPr>
            <a:lvl3pPr algn="l">
              <a:defRPr sz="1350" b="0">
                <a:solidFill>
                  <a:srgbClr val="FFFFFF"/>
                </a:solidFill>
                <a:latin typeface="Segoe UI"/>
                <a:ea typeface="Segoe UI"/>
                <a:cs typeface="Segoe UI"/>
              </a:defRPr>
            </a:lvl3pPr>
            <a:lvl4pPr algn="l">
              <a:defRPr sz="1350" b="0">
                <a:solidFill>
                  <a:srgbClr val="FFFFFF"/>
                </a:solidFill>
                <a:latin typeface="Segoe UI"/>
                <a:ea typeface="Segoe UI"/>
                <a:cs typeface="Segoe UI"/>
              </a:defRPr>
            </a:lvl4pPr>
            <a:lvl5pPr algn="l">
              <a:defRPr sz="1350" b="0">
                <a:solidFill>
                  <a:srgbClr val="FFFFFF"/>
                </a:solidFill>
                <a:latin typeface="Segoe UI"/>
                <a:ea typeface="Segoe UI"/>
                <a:cs typeface="Segoe UI"/>
              </a:defRPr>
            </a:lvl5pPr>
            <a:lvl6pPr algn="l">
              <a:defRPr sz="1350" b="0">
                <a:solidFill>
                  <a:srgbClr val="FFFFFF"/>
                </a:solidFill>
                <a:latin typeface="Segoe UI"/>
                <a:ea typeface="Segoe UI"/>
                <a:cs typeface="Segoe UI"/>
              </a:defRPr>
            </a:lvl6pPr>
            <a:lvl7pPr algn="l">
              <a:defRPr sz="1350" b="0">
                <a:solidFill>
                  <a:srgbClr val="FFFFFF"/>
                </a:solidFill>
                <a:latin typeface="Segoe UI"/>
                <a:ea typeface="Segoe UI"/>
                <a:cs typeface="Segoe UI"/>
              </a:defRPr>
            </a:lvl7pPr>
            <a:lvl8pPr algn="l">
              <a:defRPr sz="1350" b="0">
                <a:solidFill>
                  <a:srgbClr val="FFFFFF"/>
                </a:solidFill>
                <a:latin typeface="Segoe UI"/>
                <a:ea typeface="Segoe UI"/>
                <a:cs typeface="Segoe UI"/>
              </a:defRPr>
            </a:lvl8pPr>
            <a:lvl9pPr algn="l">
              <a:defRPr sz="1350" b="0">
                <a:solidFill>
                  <a:srgbClr val="FFFFFF"/>
                </a:solidFill>
                <a:latin typeface="Segoe UI"/>
                <a:ea typeface="Segoe UI"/>
                <a:cs typeface="Segoe UI"/>
              </a:defRPr>
            </a:lvl9pPr>
          </a:lstStyle>
          <a:p xmlns:a="http://schemas.openxmlformats.org/drawingml/2006/main">
            <a:pPr algn="l">
              <a:defRPr sz="1350" b="0">
                <a:solidFill>
                  <a:srgbClr val="FFFFFF"/>
                </a:solidFill>
                <a:latin typeface="Segoe UI"/>
                <a:ea typeface="Segoe UI"/>
                <a:cs typeface="Segoe UI"/>
              </a:defRPr>
            </a:pPr>
            <a:r>
              <a:rPr sz="1350" b="0">
                <a:solidFill>
                  <a:srgbClr val="FFFFFF"/>
                </a:solidFill>
                <a:latin typeface="Segoe UI"/>
                <a:ea typeface="Segoe UI"/>
                <a:cs typeface="Segoe UI"/>
              </a:rPr>
              <a:t>Octubre de 2026</a:t>
            </a:r>
          </a:p>
        </p:txBody>
      </p:sp>
    </p:spTree>
    <p:extLst>
      <p:ext uri="{BB962C8B-B14F-4D97-AF65-F5344CB8AC3E}">
        <p14:creationId xmlns:p14="http://schemas.microsoft.com/office/powerpoint/2010/main" val="201833745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7D802087-250A-4D6E-A50F-7EA7F8FACE3E}"/>
              </a:ext>
            </a:extLst>
          </p:cNvPr>
          <p:cNvSpPr>
            <a:spLocks xmlns:a="http://schemas.openxmlformats.org/drawingml/2006/main" noGrp="1"/>
          </p:cNvSpPr>
          <p:nvPr/>
        </p:nvSpPr>
        <p:spPr>
          <a:xfrm xmlns:a="http://schemas.openxmlformats.org/drawingml/2006/main">
            <a:off x="666750" y="400050"/>
            <a:ext cx="10572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850" b="1">
                <a:solidFill>
                  <a:srgbClr val="11152B"/>
                </a:solidFill>
                <a:latin typeface="Segoe UI"/>
                <a:ea typeface="Segoe UI"/>
                <a:cs typeface="Segoe UI"/>
              </a:defRPr>
            </a:defPPr>
            <a:lvl1pPr algn="l">
              <a:defRPr sz="2850" b="1">
                <a:solidFill>
                  <a:srgbClr val="11152B"/>
                </a:solidFill>
                <a:latin typeface="Segoe UI"/>
                <a:ea typeface="Segoe UI"/>
                <a:cs typeface="Segoe UI"/>
              </a:defRPr>
            </a:lvl1pPr>
            <a:lvl2pPr algn="l">
              <a:defRPr sz="2850" b="1">
                <a:solidFill>
                  <a:srgbClr val="11152B"/>
                </a:solidFill>
                <a:latin typeface="Segoe UI"/>
                <a:ea typeface="Segoe UI"/>
                <a:cs typeface="Segoe UI"/>
              </a:defRPr>
            </a:lvl2pPr>
            <a:lvl3pPr algn="l">
              <a:defRPr sz="2850" b="1">
                <a:solidFill>
                  <a:srgbClr val="11152B"/>
                </a:solidFill>
                <a:latin typeface="Segoe UI"/>
                <a:ea typeface="Segoe UI"/>
                <a:cs typeface="Segoe UI"/>
              </a:defRPr>
            </a:lvl3pPr>
            <a:lvl4pPr algn="l">
              <a:defRPr sz="2850" b="1">
                <a:solidFill>
                  <a:srgbClr val="11152B"/>
                </a:solidFill>
                <a:latin typeface="Segoe UI"/>
                <a:ea typeface="Segoe UI"/>
                <a:cs typeface="Segoe UI"/>
              </a:defRPr>
            </a:lvl4pPr>
            <a:lvl5pPr algn="l">
              <a:defRPr sz="2850" b="1">
                <a:solidFill>
                  <a:srgbClr val="11152B"/>
                </a:solidFill>
                <a:latin typeface="Segoe UI"/>
                <a:ea typeface="Segoe UI"/>
                <a:cs typeface="Segoe UI"/>
              </a:defRPr>
            </a:lvl5pPr>
            <a:lvl6pPr algn="l">
              <a:defRPr sz="2850" b="1">
                <a:solidFill>
                  <a:srgbClr val="11152B"/>
                </a:solidFill>
                <a:latin typeface="Segoe UI"/>
                <a:ea typeface="Segoe UI"/>
                <a:cs typeface="Segoe UI"/>
              </a:defRPr>
            </a:lvl6pPr>
            <a:lvl7pPr algn="l">
              <a:defRPr sz="2850" b="1">
                <a:solidFill>
                  <a:srgbClr val="11152B"/>
                </a:solidFill>
                <a:latin typeface="Segoe UI"/>
                <a:ea typeface="Segoe UI"/>
                <a:cs typeface="Segoe UI"/>
              </a:defRPr>
            </a:lvl7pPr>
            <a:lvl8pPr algn="l">
              <a:defRPr sz="2850" b="1">
                <a:solidFill>
                  <a:srgbClr val="11152B"/>
                </a:solidFill>
                <a:latin typeface="Segoe UI"/>
                <a:ea typeface="Segoe UI"/>
                <a:cs typeface="Segoe UI"/>
              </a:defRPr>
            </a:lvl8pPr>
            <a:lvl9pPr algn="l">
              <a:defRPr sz="2850" b="1">
                <a:solidFill>
                  <a:srgbClr val="11152B"/>
                </a:solidFill>
                <a:latin typeface="Segoe UI"/>
                <a:ea typeface="Segoe UI"/>
                <a:cs typeface="Segoe UI"/>
              </a:defRPr>
            </a:lvl9pPr>
          </a:lstStyle>
          <a:p xmlns:a="http://schemas.openxmlformats.org/drawingml/2006/main">
            <a:pPr algn="l">
              <a:defRPr sz="2850" b="1">
                <a:solidFill>
                  <a:srgbClr val="11152B"/>
                </a:solidFill>
                <a:latin typeface="Segoe UI"/>
                <a:ea typeface="Segoe UI"/>
                <a:cs typeface="Segoe UI"/>
              </a:defRPr>
            </a:pPr>
            <a:r>
              <a:rPr sz="2850" b="1">
                <a:solidFill>
                  <a:srgbClr val="11152B"/>
                </a:solidFill>
                <a:latin typeface="Segoe UI"/>
                <a:ea typeface="Segoe UI"/>
                <a:cs typeface="Segoe UI"/>
              </a:rPr>
              <a:t>Qué cambió del plan original</a:t>
            </a:r>
          </a:p>
        </p:txBody>
      </p:sp>
      <p:sp>
        <p:nvSpPr>
          <p:cNvPr id="2" name="">
            <a:extLst xmlns:a="http://schemas.openxmlformats.org/drawingml/2006/main">
              <a:ext uri="{FF2B5EF4-FFF2-40B4-BE49-F238E27FC236}">
                <a16:creationId xmlns:a16="http://schemas.microsoft.com/office/drawing/2014/main" id="{2A6A73BC-772B-4336-845C-74D31FF29B45}"/>
              </a:ext>
            </a:extLst>
          </p:cNvPr>
          <p:cNvSpPr>
            <a:spLocks xmlns:a="http://schemas.openxmlformats.org/drawingml/2006/main" noGrp="1"/>
          </p:cNvSpPr>
          <p:nvPr/>
        </p:nvSpPr>
        <p:spPr>
          <a:xfrm xmlns:a="http://schemas.openxmlformats.org/drawingml/2006/main">
            <a:off x="666750" y="1181100"/>
            <a:ext cx="10858500" cy="0"/>
          </a:xfrm>
          <a:prstGeom xmlns:a="http://schemas.openxmlformats.org/drawingml/2006/main" prst="line">
            <a:avLst/>
          </a:prstGeom>
          <a:noFill xmlns:a="http://schemas.openxmlformats.org/drawingml/2006/main"/>
          <a:ln xmlns:a="http://schemas.openxmlformats.org/drawingml/2006/main" w="11430">
            <a:solidFill>
              <a:srgbClr val="D7DFF2"/>
            </a:solidFill>
            <a:prstDash val="solid"/>
          </a:ln>
        </p:spPr>
      </p:sp>
      <p:sp>
        <p:nvSpPr>
          <p:cNvPr id="3" name="">
            <a:extLst xmlns:a="http://schemas.openxmlformats.org/drawingml/2006/main">
              <a:ext uri="{FF2B5EF4-FFF2-40B4-BE49-F238E27FC236}">
                <a16:creationId xmlns:a16="http://schemas.microsoft.com/office/drawing/2014/main" id="{68E23D17-33FF-41F7-837F-C962385653AE}"/>
              </a:ext>
            </a:extLst>
          </p:cNvPr>
          <p:cNvSpPr>
            <a:spLocks xmlns:a="http://schemas.openxmlformats.org/drawingml/2006/main" noGrp="1"/>
          </p:cNvSpPr>
          <p:nvPr/>
        </p:nvSpPr>
        <p:spPr>
          <a:xfrm xmlns:a="http://schemas.openxmlformats.org/drawingml/2006/main">
            <a:off x="11210925" y="62103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0">
                <a:solidFill>
                  <a:srgbClr val="65738F"/>
                </a:solidFill>
                <a:latin typeface="Segoe UI"/>
                <a:ea typeface="Segoe UI"/>
                <a:cs typeface="Segoe UI"/>
              </a:defRPr>
            </a:defPPr>
            <a:lvl1pPr algn="r">
              <a:defRPr sz="975" b="0">
                <a:solidFill>
                  <a:srgbClr val="65738F"/>
                </a:solidFill>
                <a:latin typeface="Segoe UI"/>
                <a:ea typeface="Segoe UI"/>
                <a:cs typeface="Segoe UI"/>
              </a:defRPr>
            </a:lvl1pPr>
            <a:lvl2pPr algn="r">
              <a:defRPr sz="975" b="0">
                <a:solidFill>
                  <a:srgbClr val="65738F"/>
                </a:solidFill>
                <a:latin typeface="Segoe UI"/>
                <a:ea typeface="Segoe UI"/>
                <a:cs typeface="Segoe UI"/>
              </a:defRPr>
            </a:lvl2pPr>
            <a:lvl3pPr algn="r">
              <a:defRPr sz="975" b="0">
                <a:solidFill>
                  <a:srgbClr val="65738F"/>
                </a:solidFill>
                <a:latin typeface="Segoe UI"/>
                <a:ea typeface="Segoe UI"/>
                <a:cs typeface="Segoe UI"/>
              </a:defRPr>
            </a:lvl3pPr>
            <a:lvl4pPr algn="r">
              <a:defRPr sz="975" b="0">
                <a:solidFill>
                  <a:srgbClr val="65738F"/>
                </a:solidFill>
                <a:latin typeface="Segoe UI"/>
                <a:ea typeface="Segoe UI"/>
                <a:cs typeface="Segoe UI"/>
              </a:defRPr>
            </a:lvl4pPr>
            <a:lvl5pPr algn="r">
              <a:defRPr sz="975" b="0">
                <a:solidFill>
                  <a:srgbClr val="65738F"/>
                </a:solidFill>
                <a:latin typeface="Segoe UI"/>
                <a:ea typeface="Segoe UI"/>
                <a:cs typeface="Segoe UI"/>
              </a:defRPr>
            </a:lvl5pPr>
            <a:lvl6pPr algn="r">
              <a:defRPr sz="975" b="0">
                <a:solidFill>
                  <a:srgbClr val="65738F"/>
                </a:solidFill>
                <a:latin typeface="Segoe UI"/>
                <a:ea typeface="Segoe UI"/>
                <a:cs typeface="Segoe UI"/>
              </a:defRPr>
            </a:lvl6pPr>
            <a:lvl7pPr algn="r">
              <a:defRPr sz="975" b="0">
                <a:solidFill>
                  <a:srgbClr val="65738F"/>
                </a:solidFill>
                <a:latin typeface="Segoe UI"/>
                <a:ea typeface="Segoe UI"/>
                <a:cs typeface="Segoe UI"/>
              </a:defRPr>
            </a:lvl7pPr>
            <a:lvl8pPr algn="r">
              <a:defRPr sz="975" b="0">
                <a:solidFill>
                  <a:srgbClr val="65738F"/>
                </a:solidFill>
                <a:latin typeface="Segoe UI"/>
                <a:ea typeface="Segoe UI"/>
                <a:cs typeface="Segoe UI"/>
              </a:defRPr>
            </a:lvl8pPr>
            <a:lvl9pPr algn="r">
              <a:defRPr sz="975" b="0">
                <a:solidFill>
                  <a:srgbClr val="65738F"/>
                </a:solidFill>
                <a:latin typeface="Segoe UI"/>
                <a:ea typeface="Segoe UI"/>
                <a:cs typeface="Segoe UI"/>
              </a:defRPr>
            </a:lvl9pPr>
          </a:lstStyle>
          <a:p xmlns:a="http://schemas.openxmlformats.org/drawingml/2006/main">
            <a:pPr algn="r">
              <a:defRPr sz="975" b="0">
                <a:solidFill>
                  <a:srgbClr val="65738F"/>
                </a:solidFill>
                <a:latin typeface="Segoe UI"/>
                <a:ea typeface="Segoe UI"/>
                <a:cs typeface="Segoe UI"/>
              </a:defRPr>
            </a:pPr>
            <a:r>
              <a:rPr sz="975" b="0">
                <a:solidFill>
                  <a:srgbClr val="65738F"/>
                </a:solidFill>
                <a:latin typeface="Segoe UI"/>
                <a:ea typeface="Segoe UI"/>
                <a:cs typeface="Segoe UI"/>
              </a:rPr>
              <a:t>02</a:t>
            </a:r>
          </a:p>
        </p:txBody>
      </p:sp>
      <p:sp>
        <p:nvSpPr>
          <p:cNvPr id="4" name="">
            <a:extLst xmlns:a="http://schemas.openxmlformats.org/drawingml/2006/main">
              <a:ext uri="{FF2B5EF4-FFF2-40B4-BE49-F238E27FC236}">
                <a16:creationId xmlns:a16="http://schemas.microsoft.com/office/drawing/2014/main" id="{015FB2CB-2ED3-49D8-8F82-080A8D208C59}"/>
              </a:ext>
            </a:extLst>
          </p:cNvPr>
          <p:cNvSpPr>
            <a:spLocks xmlns:a="http://schemas.openxmlformats.org/drawingml/2006/main" noGrp="1"/>
          </p:cNvSpPr>
          <p:nvPr/>
        </p:nvSpPr>
        <p:spPr>
          <a:xfrm xmlns:a="http://schemas.openxmlformats.org/drawingml/2006/main">
            <a:off x="666750" y="1504950"/>
            <a:ext cx="10477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0">
                <a:solidFill>
                  <a:srgbClr val="65738F"/>
                </a:solidFill>
                <a:latin typeface="Segoe UI"/>
                <a:ea typeface="Segoe UI"/>
                <a:cs typeface="Segoe UI"/>
              </a:defRPr>
            </a:defPPr>
            <a:lvl1pPr algn="l">
              <a:defRPr sz="1875" b="0">
                <a:solidFill>
                  <a:srgbClr val="65738F"/>
                </a:solidFill>
                <a:latin typeface="Segoe UI"/>
                <a:ea typeface="Segoe UI"/>
                <a:cs typeface="Segoe UI"/>
              </a:defRPr>
            </a:lvl1pPr>
            <a:lvl2pPr algn="l">
              <a:defRPr sz="1875" b="0">
                <a:solidFill>
                  <a:srgbClr val="65738F"/>
                </a:solidFill>
                <a:latin typeface="Segoe UI"/>
                <a:ea typeface="Segoe UI"/>
                <a:cs typeface="Segoe UI"/>
              </a:defRPr>
            </a:lvl2pPr>
            <a:lvl3pPr algn="l">
              <a:defRPr sz="1875" b="0">
                <a:solidFill>
                  <a:srgbClr val="65738F"/>
                </a:solidFill>
                <a:latin typeface="Segoe UI"/>
                <a:ea typeface="Segoe UI"/>
                <a:cs typeface="Segoe UI"/>
              </a:defRPr>
            </a:lvl3pPr>
            <a:lvl4pPr algn="l">
              <a:defRPr sz="1875" b="0">
                <a:solidFill>
                  <a:srgbClr val="65738F"/>
                </a:solidFill>
                <a:latin typeface="Segoe UI"/>
                <a:ea typeface="Segoe UI"/>
                <a:cs typeface="Segoe UI"/>
              </a:defRPr>
            </a:lvl4pPr>
            <a:lvl5pPr algn="l">
              <a:defRPr sz="1875" b="0">
                <a:solidFill>
                  <a:srgbClr val="65738F"/>
                </a:solidFill>
                <a:latin typeface="Segoe UI"/>
                <a:ea typeface="Segoe UI"/>
                <a:cs typeface="Segoe UI"/>
              </a:defRPr>
            </a:lvl5pPr>
            <a:lvl6pPr algn="l">
              <a:defRPr sz="1875" b="0">
                <a:solidFill>
                  <a:srgbClr val="65738F"/>
                </a:solidFill>
                <a:latin typeface="Segoe UI"/>
                <a:ea typeface="Segoe UI"/>
                <a:cs typeface="Segoe UI"/>
              </a:defRPr>
            </a:lvl6pPr>
            <a:lvl7pPr algn="l">
              <a:defRPr sz="1875" b="0">
                <a:solidFill>
                  <a:srgbClr val="65738F"/>
                </a:solidFill>
                <a:latin typeface="Segoe UI"/>
                <a:ea typeface="Segoe UI"/>
                <a:cs typeface="Segoe UI"/>
              </a:defRPr>
            </a:lvl7pPr>
            <a:lvl8pPr algn="l">
              <a:defRPr sz="1875" b="0">
                <a:solidFill>
                  <a:srgbClr val="65738F"/>
                </a:solidFill>
                <a:latin typeface="Segoe UI"/>
                <a:ea typeface="Segoe UI"/>
                <a:cs typeface="Segoe UI"/>
              </a:defRPr>
            </a:lvl8pPr>
            <a:lvl9pPr algn="l">
              <a:defRPr sz="1875" b="0">
                <a:solidFill>
                  <a:srgbClr val="65738F"/>
                </a:solidFill>
                <a:latin typeface="Segoe UI"/>
                <a:ea typeface="Segoe UI"/>
                <a:cs typeface="Segoe UI"/>
              </a:defRPr>
            </a:lvl9pPr>
          </a:lstStyle>
          <a:p xmlns:a="http://schemas.openxmlformats.org/drawingml/2006/main">
            <a:pPr algn="l">
              <a:defRPr sz="1875" b="0">
                <a:solidFill>
                  <a:srgbClr val="65738F"/>
                </a:solidFill>
                <a:latin typeface="Segoe UI"/>
                <a:ea typeface="Segoe UI"/>
                <a:cs typeface="Segoe UI"/>
              </a:defRPr>
            </a:pPr>
            <a:r>
              <a:rPr sz="1875" b="0">
                <a:solidFill>
                  <a:srgbClr val="65738F"/>
                </a:solidFill>
                <a:latin typeface="Segoe UI"/>
                <a:ea typeface="Segoe UI"/>
                <a:cs typeface="Segoe UI"/>
              </a:rPr>
              <a:t>La idea central sigue igual</a:t>
            </a:r>
          </a:p>
        </p:txBody>
      </p:sp>
      <p:sp>
        <p:nvSpPr>
          <p:cNvPr id="5" name="">
            <a:extLst xmlns:a="http://schemas.openxmlformats.org/drawingml/2006/main">
              <a:ext uri="{FF2B5EF4-FFF2-40B4-BE49-F238E27FC236}">
                <a16:creationId xmlns:a16="http://schemas.microsoft.com/office/drawing/2014/main" id="{787AC9E2-77F5-416F-A9A1-21867D8B20DB}"/>
              </a:ext>
            </a:extLst>
          </p:cNvPr>
          <p:cNvSpPr>
            <a:spLocks xmlns:a="http://schemas.openxmlformats.org/drawingml/2006/main" noGrp="1"/>
          </p:cNvSpPr>
          <p:nvPr/>
        </p:nvSpPr>
        <p:spPr>
          <a:xfrm xmlns:a="http://schemas.openxmlformats.org/drawingml/2006/main">
            <a:off x="666750" y="2209800"/>
            <a:ext cx="4381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1">
                <a:solidFill>
                  <a:srgbClr val="65738F"/>
                </a:solidFill>
                <a:latin typeface="Segoe UI"/>
                <a:ea typeface="Segoe UI"/>
                <a:cs typeface="Segoe UI"/>
              </a:defRPr>
            </a:defPPr>
            <a:lvl1pPr algn="l">
              <a:defRPr sz="1275" b="1">
                <a:solidFill>
                  <a:srgbClr val="65738F"/>
                </a:solidFill>
                <a:latin typeface="Segoe UI"/>
                <a:ea typeface="Segoe UI"/>
                <a:cs typeface="Segoe UI"/>
              </a:defRPr>
            </a:lvl1pPr>
            <a:lvl2pPr algn="l">
              <a:defRPr sz="1275" b="1">
                <a:solidFill>
                  <a:srgbClr val="65738F"/>
                </a:solidFill>
                <a:latin typeface="Segoe UI"/>
                <a:ea typeface="Segoe UI"/>
                <a:cs typeface="Segoe UI"/>
              </a:defRPr>
            </a:lvl2pPr>
            <a:lvl3pPr algn="l">
              <a:defRPr sz="1275" b="1">
                <a:solidFill>
                  <a:srgbClr val="65738F"/>
                </a:solidFill>
                <a:latin typeface="Segoe UI"/>
                <a:ea typeface="Segoe UI"/>
                <a:cs typeface="Segoe UI"/>
              </a:defRPr>
            </a:lvl3pPr>
            <a:lvl4pPr algn="l">
              <a:defRPr sz="1275" b="1">
                <a:solidFill>
                  <a:srgbClr val="65738F"/>
                </a:solidFill>
                <a:latin typeface="Segoe UI"/>
                <a:ea typeface="Segoe UI"/>
                <a:cs typeface="Segoe UI"/>
              </a:defRPr>
            </a:lvl4pPr>
            <a:lvl5pPr algn="l">
              <a:defRPr sz="1275" b="1">
                <a:solidFill>
                  <a:srgbClr val="65738F"/>
                </a:solidFill>
                <a:latin typeface="Segoe UI"/>
                <a:ea typeface="Segoe UI"/>
                <a:cs typeface="Segoe UI"/>
              </a:defRPr>
            </a:lvl5pPr>
            <a:lvl6pPr algn="l">
              <a:defRPr sz="1275" b="1">
                <a:solidFill>
                  <a:srgbClr val="65738F"/>
                </a:solidFill>
                <a:latin typeface="Segoe UI"/>
                <a:ea typeface="Segoe UI"/>
                <a:cs typeface="Segoe UI"/>
              </a:defRPr>
            </a:lvl6pPr>
            <a:lvl7pPr algn="l">
              <a:defRPr sz="1275" b="1">
                <a:solidFill>
                  <a:srgbClr val="65738F"/>
                </a:solidFill>
                <a:latin typeface="Segoe UI"/>
                <a:ea typeface="Segoe UI"/>
                <a:cs typeface="Segoe UI"/>
              </a:defRPr>
            </a:lvl7pPr>
            <a:lvl8pPr algn="l">
              <a:defRPr sz="1275" b="1">
                <a:solidFill>
                  <a:srgbClr val="65738F"/>
                </a:solidFill>
                <a:latin typeface="Segoe UI"/>
                <a:ea typeface="Segoe UI"/>
                <a:cs typeface="Segoe UI"/>
              </a:defRPr>
            </a:lvl8pPr>
            <a:lvl9pPr algn="l">
              <a:defRPr sz="1275" b="1">
                <a:solidFill>
                  <a:srgbClr val="65738F"/>
                </a:solidFill>
                <a:latin typeface="Segoe UI"/>
                <a:ea typeface="Segoe UI"/>
                <a:cs typeface="Segoe UI"/>
              </a:defRPr>
            </a:lvl9pPr>
          </a:lstStyle>
          <a:p xmlns:a="http://schemas.openxmlformats.org/drawingml/2006/main">
            <a:pPr algn="l">
              <a:defRPr sz="1275" b="1">
                <a:solidFill>
                  <a:srgbClr val="65738F"/>
                </a:solidFill>
                <a:latin typeface="Segoe UI"/>
                <a:ea typeface="Segoe UI"/>
                <a:cs typeface="Segoe UI"/>
              </a:defRPr>
            </a:pPr>
            <a:r>
              <a:rPr sz="1275" b="1">
                <a:solidFill>
                  <a:srgbClr val="65738F"/>
                </a:solidFill>
                <a:latin typeface="Segoe UI"/>
                <a:ea typeface="Segoe UI"/>
                <a:cs typeface="Segoe UI"/>
              </a:rPr>
              <a:t>ANTES</a:t>
            </a:r>
          </a:p>
        </p:txBody>
      </p:sp>
      <p:sp>
        <p:nvSpPr>
          <p:cNvPr id="6" name="">
            <a:extLst xmlns:a="http://schemas.openxmlformats.org/drawingml/2006/main">
              <a:ext uri="{FF2B5EF4-FFF2-40B4-BE49-F238E27FC236}">
                <a16:creationId xmlns:a16="http://schemas.microsoft.com/office/drawing/2014/main" id="{2C015E37-F340-47B2-AA19-C32292930E5B}"/>
              </a:ext>
            </a:extLst>
          </p:cNvPr>
          <p:cNvSpPr>
            <a:spLocks xmlns:a="http://schemas.openxmlformats.org/drawingml/2006/main" noGrp="1"/>
          </p:cNvSpPr>
          <p:nvPr/>
        </p:nvSpPr>
        <p:spPr>
          <a:xfrm xmlns:a="http://schemas.openxmlformats.org/drawingml/2006/main">
            <a:off x="6296025" y="2209800"/>
            <a:ext cx="4667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1">
                <a:solidFill>
                  <a:srgbClr val="3651FF"/>
                </a:solidFill>
                <a:latin typeface="Segoe UI"/>
                <a:ea typeface="Segoe UI"/>
                <a:cs typeface="Segoe UI"/>
              </a:defRPr>
            </a:defPPr>
            <a:lvl1pPr algn="l">
              <a:defRPr sz="1275" b="1">
                <a:solidFill>
                  <a:srgbClr val="3651FF"/>
                </a:solidFill>
                <a:latin typeface="Segoe UI"/>
                <a:ea typeface="Segoe UI"/>
                <a:cs typeface="Segoe UI"/>
              </a:defRPr>
            </a:lvl1pPr>
            <a:lvl2pPr algn="l">
              <a:defRPr sz="1275" b="1">
                <a:solidFill>
                  <a:srgbClr val="3651FF"/>
                </a:solidFill>
                <a:latin typeface="Segoe UI"/>
                <a:ea typeface="Segoe UI"/>
                <a:cs typeface="Segoe UI"/>
              </a:defRPr>
            </a:lvl2pPr>
            <a:lvl3pPr algn="l">
              <a:defRPr sz="1275" b="1">
                <a:solidFill>
                  <a:srgbClr val="3651FF"/>
                </a:solidFill>
                <a:latin typeface="Segoe UI"/>
                <a:ea typeface="Segoe UI"/>
                <a:cs typeface="Segoe UI"/>
              </a:defRPr>
            </a:lvl3pPr>
            <a:lvl4pPr algn="l">
              <a:defRPr sz="1275" b="1">
                <a:solidFill>
                  <a:srgbClr val="3651FF"/>
                </a:solidFill>
                <a:latin typeface="Segoe UI"/>
                <a:ea typeface="Segoe UI"/>
                <a:cs typeface="Segoe UI"/>
              </a:defRPr>
            </a:lvl4pPr>
            <a:lvl5pPr algn="l">
              <a:defRPr sz="1275" b="1">
                <a:solidFill>
                  <a:srgbClr val="3651FF"/>
                </a:solidFill>
                <a:latin typeface="Segoe UI"/>
                <a:ea typeface="Segoe UI"/>
                <a:cs typeface="Segoe UI"/>
              </a:defRPr>
            </a:lvl5pPr>
            <a:lvl6pPr algn="l">
              <a:defRPr sz="1275" b="1">
                <a:solidFill>
                  <a:srgbClr val="3651FF"/>
                </a:solidFill>
                <a:latin typeface="Segoe UI"/>
                <a:ea typeface="Segoe UI"/>
                <a:cs typeface="Segoe UI"/>
              </a:defRPr>
            </a:lvl6pPr>
            <a:lvl7pPr algn="l">
              <a:defRPr sz="1275" b="1">
                <a:solidFill>
                  <a:srgbClr val="3651FF"/>
                </a:solidFill>
                <a:latin typeface="Segoe UI"/>
                <a:ea typeface="Segoe UI"/>
                <a:cs typeface="Segoe UI"/>
              </a:defRPr>
            </a:lvl7pPr>
            <a:lvl8pPr algn="l">
              <a:defRPr sz="1275" b="1">
                <a:solidFill>
                  <a:srgbClr val="3651FF"/>
                </a:solidFill>
                <a:latin typeface="Segoe UI"/>
                <a:ea typeface="Segoe UI"/>
                <a:cs typeface="Segoe UI"/>
              </a:defRPr>
            </a:lvl8pPr>
            <a:lvl9pPr algn="l">
              <a:defRPr sz="1275" b="1">
                <a:solidFill>
                  <a:srgbClr val="3651FF"/>
                </a:solidFill>
                <a:latin typeface="Segoe UI"/>
                <a:ea typeface="Segoe UI"/>
                <a:cs typeface="Segoe UI"/>
              </a:defRPr>
            </a:lvl9pPr>
          </a:lstStyle>
          <a:p xmlns:a="http://schemas.openxmlformats.org/drawingml/2006/main">
            <a:pPr algn="l">
              <a:defRPr sz="1275" b="1">
                <a:solidFill>
                  <a:srgbClr val="3651FF"/>
                </a:solidFill>
                <a:latin typeface="Segoe UI"/>
                <a:ea typeface="Segoe UI"/>
                <a:cs typeface="Segoe UI"/>
              </a:defRPr>
            </a:pPr>
            <a:r>
              <a:rPr sz="1275" b="1">
                <a:solidFill>
                  <a:srgbClr val="3651FF"/>
                </a:solidFill>
                <a:latin typeface="Segoe UI"/>
                <a:ea typeface="Segoe UI"/>
                <a:cs typeface="Segoe UI"/>
              </a:rPr>
              <a:t>AHORA</a:t>
            </a:r>
          </a:p>
        </p:txBody>
      </p:sp>
      <p:sp>
        <p:nvSpPr>
          <p:cNvPr id="7" name="">
            <a:extLst xmlns:a="http://schemas.openxmlformats.org/drawingml/2006/main">
              <a:ext uri="{FF2B5EF4-FFF2-40B4-BE49-F238E27FC236}">
                <a16:creationId xmlns:a16="http://schemas.microsoft.com/office/drawing/2014/main" id="{A4579CCB-1ED1-4583-827B-DF7AC555703F}"/>
              </a:ext>
            </a:extLst>
          </p:cNvPr>
          <p:cNvSpPr>
            <a:spLocks xmlns:a="http://schemas.openxmlformats.org/drawingml/2006/main" noGrp="1"/>
          </p:cNvSpPr>
          <p:nvPr/>
        </p:nvSpPr>
        <p:spPr>
          <a:xfrm xmlns:a="http://schemas.openxmlformats.org/drawingml/2006/main">
            <a:off x="666750" y="2781300"/>
            <a:ext cx="4572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950" b="0">
                <a:solidFill>
                  <a:srgbClr val="65738F"/>
                </a:solidFill>
                <a:latin typeface="Segoe UI"/>
                <a:ea typeface="Segoe UI"/>
                <a:cs typeface="Segoe UI"/>
              </a:defRPr>
            </a:defPPr>
            <a:lvl1pPr algn="l">
              <a:defRPr sz="1950" b="0">
                <a:solidFill>
                  <a:srgbClr val="65738F"/>
                </a:solidFill>
                <a:latin typeface="Segoe UI"/>
                <a:ea typeface="Segoe UI"/>
                <a:cs typeface="Segoe UI"/>
              </a:defRPr>
            </a:lvl1pPr>
            <a:lvl2pPr algn="l">
              <a:defRPr sz="1950" b="0">
                <a:solidFill>
                  <a:srgbClr val="65738F"/>
                </a:solidFill>
                <a:latin typeface="Segoe UI"/>
                <a:ea typeface="Segoe UI"/>
                <a:cs typeface="Segoe UI"/>
              </a:defRPr>
            </a:lvl2pPr>
            <a:lvl3pPr algn="l">
              <a:defRPr sz="1950" b="0">
                <a:solidFill>
                  <a:srgbClr val="65738F"/>
                </a:solidFill>
                <a:latin typeface="Segoe UI"/>
                <a:ea typeface="Segoe UI"/>
                <a:cs typeface="Segoe UI"/>
              </a:defRPr>
            </a:lvl3pPr>
            <a:lvl4pPr algn="l">
              <a:defRPr sz="1950" b="0">
                <a:solidFill>
                  <a:srgbClr val="65738F"/>
                </a:solidFill>
                <a:latin typeface="Segoe UI"/>
                <a:ea typeface="Segoe UI"/>
                <a:cs typeface="Segoe UI"/>
              </a:defRPr>
            </a:lvl4pPr>
            <a:lvl5pPr algn="l">
              <a:defRPr sz="1950" b="0">
                <a:solidFill>
                  <a:srgbClr val="65738F"/>
                </a:solidFill>
                <a:latin typeface="Segoe UI"/>
                <a:ea typeface="Segoe UI"/>
                <a:cs typeface="Segoe UI"/>
              </a:defRPr>
            </a:lvl5pPr>
            <a:lvl6pPr algn="l">
              <a:defRPr sz="1950" b="0">
                <a:solidFill>
                  <a:srgbClr val="65738F"/>
                </a:solidFill>
                <a:latin typeface="Segoe UI"/>
                <a:ea typeface="Segoe UI"/>
                <a:cs typeface="Segoe UI"/>
              </a:defRPr>
            </a:lvl6pPr>
            <a:lvl7pPr algn="l">
              <a:defRPr sz="1950" b="0">
                <a:solidFill>
                  <a:srgbClr val="65738F"/>
                </a:solidFill>
                <a:latin typeface="Segoe UI"/>
                <a:ea typeface="Segoe UI"/>
                <a:cs typeface="Segoe UI"/>
              </a:defRPr>
            </a:lvl7pPr>
            <a:lvl8pPr algn="l">
              <a:defRPr sz="1950" b="0">
                <a:solidFill>
                  <a:srgbClr val="65738F"/>
                </a:solidFill>
                <a:latin typeface="Segoe UI"/>
                <a:ea typeface="Segoe UI"/>
                <a:cs typeface="Segoe UI"/>
              </a:defRPr>
            </a:lvl8pPr>
            <a:lvl9pPr algn="l">
              <a:defRPr sz="1950" b="0">
                <a:solidFill>
                  <a:srgbClr val="65738F"/>
                </a:solidFill>
                <a:latin typeface="Segoe UI"/>
                <a:ea typeface="Segoe UI"/>
                <a:cs typeface="Segoe UI"/>
              </a:defRPr>
            </a:lvl9pPr>
          </a:lstStyle>
          <a:p xmlns:a="http://schemas.openxmlformats.org/drawingml/2006/main">
            <a:pPr algn="l">
              <a:defRPr sz="1950" b="0">
                <a:solidFill>
                  <a:srgbClr val="65738F"/>
                </a:solidFill>
                <a:latin typeface="Segoe UI"/>
                <a:ea typeface="Segoe UI"/>
                <a:cs typeface="Segoe UI"/>
              </a:defRPr>
            </a:pPr>
            <a:r>
              <a:rPr sz="1950" b="0">
                <a:solidFill>
                  <a:srgbClr val="65738F"/>
                </a:solidFill>
                <a:latin typeface="Segoe UI"/>
                <a:ea typeface="Segoe UI"/>
                <a:cs typeface="Segoe UI"/>
              </a:rPr>
              <a:t>Transbank</a:t>
            </a:r>
          </a:p>
        </p:txBody>
      </p:sp>
      <p:sp>
        <p:nvSpPr>
          <p:cNvPr id="8" name="">
            <a:extLst xmlns:a="http://schemas.openxmlformats.org/drawingml/2006/main">
              <a:ext uri="{FF2B5EF4-FFF2-40B4-BE49-F238E27FC236}">
                <a16:creationId xmlns:a16="http://schemas.microsoft.com/office/drawing/2014/main" id="{7ED02311-1985-4993-AE2E-8A28EC22E42B}"/>
              </a:ext>
            </a:extLst>
          </p:cNvPr>
          <p:cNvSpPr>
            <a:spLocks xmlns:a="http://schemas.openxmlformats.org/drawingml/2006/main" noGrp="1"/>
          </p:cNvSpPr>
          <p:nvPr/>
        </p:nvSpPr>
        <p:spPr>
          <a:xfrm xmlns:a="http://schemas.openxmlformats.org/drawingml/2006/main">
            <a:off x="6296025" y="2781300"/>
            <a:ext cx="5048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950" b="1">
                <a:solidFill>
                  <a:srgbClr val="11152B"/>
                </a:solidFill>
                <a:latin typeface="Segoe UI"/>
                <a:ea typeface="Segoe UI"/>
                <a:cs typeface="Segoe UI"/>
              </a:defRPr>
            </a:defPPr>
            <a:lvl1pPr algn="l">
              <a:defRPr sz="1950" b="1">
                <a:solidFill>
                  <a:srgbClr val="11152B"/>
                </a:solidFill>
                <a:latin typeface="Segoe UI"/>
                <a:ea typeface="Segoe UI"/>
                <a:cs typeface="Segoe UI"/>
              </a:defRPr>
            </a:lvl1pPr>
            <a:lvl2pPr algn="l">
              <a:defRPr sz="1950" b="1">
                <a:solidFill>
                  <a:srgbClr val="11152B"/>
                </a:solidFill>
                <a:latin typeface="Segoe UI"/>
                <a:ea typeface="Segoe UI"/>
                <a:cs typeface="Segoe UI"/>
              </a:defRPr>
            </a:lvl2pPr>
            <a:lvl3pPr algn="l">
              <a:defRPr sz="1950" b="1">
                <a:solidFill>
                  <a:srgbClr val="11152B"/>
                </a:solidFill>
                <a:latin typeface="Segoe UI"/>
                <a:ea typeface="Segoe UI"/>
                <a:cs typeface="Segoe UI"/>
              </a:defRPr>
            </a:lvl3pPr>
            <a:lvl4pPr algn="l">
              <a:defRPr sz="1950" b="1">
                <a:solidFill>
                  <a:srgbClr val="11152B"/>
                </a:solidFill>
                <a:latin typeface="Segoe UI"/>
                <a:ea typeface="Segoe UI"/>
                <a:cs typeface="Segoe UI"/>
              </a:defRPr>
            </a:lvl4pPr>
            <a:lvl5pPr algn="l">
              <a:defRPr sz="1950" b="1">
                <a:solidFill>
                  <a:srgbClr val="11152B"/>
                </a:solidFill>
                <a:latin typeface="Segoe UI"/>
                <a:ea typeface="Segoe UI"/>
                <a:cs typeface="Segoe UI"/>
              </a:defRPr>
            </a:lvl5pPr>
            <a:lvl6pPr algn="l">
              <a:defRPr sz="1950" b="1">
                <a:solidFill>
                  <a:srgbClr val="11152B"/>
                </a:solidFill>
                <a:latin typeface="Segoe UI"/>
                <a:ea typeface="Segoe UI"/>
                <a:cs typeface="Segoe UI"/>
              </a:defRPr>
            </a:lvl6pPr>
            <a:lvl7pPr algn="l">
              <a:defRPr sz="1950" b="1">
                <a:solidFill>
                  <a:srgbClr val="11152B"/>
                </a:solidFill>
                <a:latin typeface="Segoe UI"/>
                <a:ea typeface="Segoe UI"/>
                <a:cs typeface="Segoe UI"/>
              </a:defRPr>
            </a:lvl7pPr>
            <a:lvl8pPr algn="l">
              <a:defRPr sz="1950" b="1">
                <a:solidFill>
                  <a:srgbClr val="11152B"/>
                </a:solidFill>
                <a:latin typeface="Segoe UI"/>
                <a:ea typeface="Segoe UI"/>
                <a:cs typeface="Segoe UI"/>
              </a:defRPr>
            </a:lvl8pPr>
            <a:lvl9pPr algn="l">
              <a:defRPr sz="1950" b="1">
                <a:solidFill>
                  <a:srgbClr val="11152B"/>
                </a:solidFill>
                <a:latin typeface="Segoe UI"/>
                <a:ea typeface="Segoe UI"/>
                <a:cs typeface="Segoe UI"/>
              </a:defRPr>
            </a:lvl9pPr>
          </a:lstStyle>
          <a:p xmlns:a="http://schemas.openxmlformats.org/drawingml/2006/main">
            <a:pPr algn="l">
              <a:defRPr sz="1950" b="1">
                <a:solidFill>
                  <a:srgbClr val="11152B"/>
                </a:solidFill>
                <a:latin typeface="Segoe UI"/>
                <a:ea typeface="Segoe UI"/>
                <a:cs typeface="Segoe UI"/>
              </a:defRPr>
            </a:pPr>
            <a:r>
              <a:rPr sz="1950" b="1">
                <a:solidFill>
                  <a:srgbClr val="11152B"/>
                </a:solidFill>
                <a:latin typeface="Segoe UI"/>
                <a:ea typeface="Segoe UI"/>
                <a:cs typeface="Segoe UI"/>
              </a:rPr>
              <a:t>Mercado Pago Checkout Pro en Sandbox</a:t>
            </a:r>
          </a:p>
        </p:txBody>
      </p:sp>
      <p:sp>
        <p:nvSpPr>
          <p:cNvPr id="9" name="">
            <a:extLst xmlns:a="http://schemas.openxmlformats.org/drawingml/2006/main">
              <a:ext uri="{FF2B5EF4-FFF2-40B4-BE49-F238E27FC236}">
                <a16:creationId xmlns:a16="http://schemas.microsoft.com/office/drawing/2014/main" id="{13CFB7FA-A7C7-4D4E-A5DB-98BA03F993EC}"/>
              </a:ext>
            </a:extLst>
          </p:cNvPr>
          <p:cNvSpPr>
            <a:spLocks xmlns:a="http://schemas.openxmlformats.org/drawingml/2006/main" noGrp="1"/>
          </p:cNvSpPr>
          <p:nvPr/>
        </p:nvSpPr>
        <p:spPr>
          <a:xfrm xmlns:a="http://schemas.openxmlformats.org/drawingml/2006/main">
            <a:off x="666750" y="3476625"/>
            <a:ext cx="10763250" cy="0"/>
          </a:xfrm>
          <a:prstGeom xmlns:a="http://schemas.openxmlformats.org/drawingml/2006/main" prst="line">
            <a:avLst/>
          </a:prstGeom>
          <a:noFill xmlns:a="http://schemas.openxmlformats.org/drawingml/2006/main"/>
          <a:ln xmlns:a="http://schemas.openxmlformats.org/drawingml/2006/main" w="9525">
            <a:solidFill>
              <a:srgbClr val="D7DFF2"/>
            </a:solidFill>
            <a:prstDash val="solid"/>
          </a:ln>
        </p:spPr>
      </p:sp>
      <p:sp>
        <p:nvSpPr>
          <p:cNvPr id="10" name="">
            <a:extLst xmlns:a="http://schemas.openxmlformats.org/drawingml/2006/main">
              <a:ext uri="{FF2B5EF4-FFF2-40B4-BE49-F238E27FC236}">
                <a16:creationId xmlns:a16="http://schemas.microsoft.com/office/drawing/2014/main" id="{F8B7B7B6-1DE2-48CA-930F-D1B50788E3AF}"/>
              </a:ext>
            </a:extLst>
          </p:cNvPr>
          <p:cNvSpPr>
            <a:spLocks xmlns:a="http://schemas.openxmlformats.org/drawingml/2006/main" noGrp="1"/>
          </p:cNvSpPr>
          <p:nvPr/>
        </p:nvSpPr>
        <p:spPr>
          <a:xfrm xmlns:a="http://schemas.openxmlformats.org/drawingml/2006/main">
            <a:off x="666750" y="3762375"/>
            <a:ext cx="4572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950" b="0">
                <a:solidFill>
                  <a:srgbClr val="65738F"/>
                </a:solidFill>
                <a:latin typeface="Segoe UI"/>
                <a:ea typeface="Segoe UI"/>
                <a:cs typeface="Segoe UI"/>
              </a:defRPr>
            </a:defPPr>
            <a:lvl1pPr algn="l">
              <a:defRPr sz="1950" b="0">
                <a:solidFill>
                  <a:srgbClr val="65738F"/>
                </a:solidFill>
                <a:latin typeface="Segoe UI"/>
                <a:ea typeface="Segoe UI"/>
                <a:cs typeface="Segoe UI"/>
              </a:defRPr>
            </a:lvl1pPr>
            <a:lvl2pPr algn="l">
              <a:defRPr sz="1950" b="0">
                <a:solidFill>
                  <a:srgbClr val="65738F"/>
                </a:solidFill>
                <a:latin typeface="Segoe UI"/>
                <a:ea typeface="Segoe UI"/>
                <a:cs typeface="Segoe UI"/>
              </a:defRPr>
            </a:lvl2pPr>
            <a:lvl3pPr algn="l">
              <a:defRPr sz="1950" b="0">
                <a:solidFill>
                  <a:srgbClr val="65738F"/>
                </a:solidFill>
                <a:latin typeface="Segoe UI"/>
                <a:ea typeface="Segoe UI"/>
                <a:cs typeface="Segoe UI"/>
              </a:defRPr>
            </a:lvl3pPr>
            <a:lvl4pPr algn="l">
              <a:defRPr sz="1950" b="0">
                <a:solidFill>
                  <a:srgbClr val="65738F"/>
                </a:solidFill>
                <a:latin typeface="Segoe UI"/>
                <a:ea typeface="Segoe UI"/>
                <a:cs typeface="Segoe UI"/>
              </a:defRPr>
            </a:lvl4pPr>
            <a:lvl5pPr algn="l">
              <a:defRPr sz="1950" b="0">
                <a:solidFill>
                  <a:srgbClr val="65738F"/>
                </a:solidFill>
                <a:latin typeface="Segoe UI"/>
                <a:ea typeface="Segoe UI"/>
                <a:cs typeface="Segoe UI"/>
              </a:defRPr>
            </a:lvl5pPr>
            <a:lvl6pPr algn="l">
              <a:defRPr sz="1950" b="0">
                <a:solidFill>
                  <a:srgbClr val="65738F"/>
                </a:solidFill>
                <a:latin typeface="Segoe UI"/>
                <a:ea typeface="Segoe UI"/>
                <a:cs typeface="Segoe UI"/>
              </a:defRPr>
            </a:lvl6pPr>
            <a:lvl7pPr algn="l">
              <a:defRPr sz="1950" b="0">
                <a:solidFill>
                  <a:srgbClr val="65738F"/>
                </a:solidFill>
                <a:latin typeface="Segoe UI"/>
                <a:ea typeface="Segoe UI"/>
                <a:cs typeface="Segoe UI"/>
              </a:defRPr>
            </a:lvl7pPr>
            <a:lvl8pPr algn="l">
              <a:defRPr sz="1950" b="0">
                <a:solidFill>
                  <a:srgbClr val="65738F"/>
                </a:solidFill>
                <a:latin typeface="Segoe UI"/>
                <a:ea typeface="Segoe UI"/>
                <a:cs typeface="Segoe UI"/>
              </a:defRPr>
            </a:lvl8pPr>
            <a:lvl9pPr algn="l">
              <a:defRPr sz="1950" b="0">
                <a:solidFill>
                  <a:srgbClr val="65738F"/>
                </a:solidFill>
                <a:latin typeface="Segoe UI"/>
                <a:ea typeface="Segoe UI"/>
                <a:cs typeface="Segoe UI"/>
              </a:defRPr>
            </a:lvl9pPr>
          </a:lstStyle>
          <a:p xmlns:a="http://schemas.openxmlformats.org/drawingml/2006/main">
            <a:pPr algn="l">
              <a:defRPr sz="1950" b="0">
                <a:solidFill>
                  <a:srgbClr val="65738F"/>
                </a:solidFill>
                <a:latin typeface="Segoe UI"/>
                <a:ea typeface="Segoe UI"/>
                <a:cs typeface="Segoe UI"/>
              </a:defRPr>
            </a:pPr>
            <a:r>
              <a:rPr sz="1950" b="0">
                <a:solidFill>
                  <a:srgbClr val="65738F"/>
                </a:solidFill>
                <a:latin typeface="Segoe UI"/>
                <a:ea typeface="Segoe UI"/>
                <a:cs typeface="Segoe UI"/>
              </a:rPr>
              <a:t>Acceso de demostración</a:t>
            </a:r>
          </a:p>
        </p:txBody>
      </p:sp>
      <p:sp>
        <p:nvSpPr>
          <p:cNvPr id="11" name="">
            <a:extLst xmlns:a="http://schemas.openxmlformats.org/drawingml/2006/main">
              <a:ext uri="{FF2B5EF4-FFF2-40B4-BE49-F238E27FC236}">
                <a16:creationId xmlns:a16="http://schemas.microsoft.com/office/drawing/2014/main" id="{A2555CAE-B3EA-428C-B4FE-FFDA263B7A40}"/>
              </a:ext>
            </a:extLst>
          </p:cNvPr>
          <p:cNvSpPr>
            <a:spLocks xmlns:a="http://schemas.openxmlformats.org/drawingml/2006/main" noGrp="1"/>
          </p:cNvSpPr>
          <p:nvPr/>
        </p:nvSpPr>
        <p:spPr>
          <a:xfrm xmlns:a="http://schemas.openxmlformats.org/drawingml/2006/main">
            <a:off x="6296025" y="3762375"/>
            <a:ext cx="5048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950" b="1">
                <a:solidFill>
                  <a:srgbClr val="11152B"/>
                </a:solidFill>
                <a:latin typeface="Segoe UI"/>
                <a:ea typeface="Segoe UI"/>
                <a:cs typeface="Segoe UI"/>
              </a:defRPr>
            </a:defPPr>
            <a:lvl1pPr algn="l">
              <a:defRPr sz="1950" b="1">
                <a:solidFill>
                  <a:srgbClr val="11152B"/>
                </a:solidFill>
                <a:latin typeface="Segoe UI"/>
                <a:ea typeface="Segoe UI"/>
                <a:cs typeface="Segoe UI"/>
              </a:defRPr>
            </a:lvl1pPr>
            <a:lvl2pPr algn="l">
              <a:defRPr sz="1950" b="1">
                <a:solidFill>
                  <a:srgbClr val="11152B"/>
                </a:solidFill>
                <a:latin typeface="Segoe UI"/>
                <a:ea typeface="Segoe UI"/>
                <a:cs typeface="Segoe UI"/>
              </a:defRPr>
            </a:lvl2pPr>
            <a:lvl3pPr algn="l">
              <a:defRPr sz="1950" b="1">
                <a:solidFill>
                  <a:srgbClr val="11152B"/>
                </a:solidFill>
                <a:latin typeface="Segoe UI"/>
                <a:ea typeface="Segoe UI"/>
                <a:cs typeface="Segoe UI"/>
              </a:defRPr>
            </a:lvl3pPr>
            <a:lvl4pPr algn="l">
              <a:defRPr sz="1950" b="1">
                <a:solidFill>
                  <a:srgbClr val="11152B"/>
                </a:solidFill>
                <a:latin typeface="Segoe UI"/>
                <a:ea typeface="Segoe UI"/>
                <a:cs typeface="Segoe UI"/>
              </a:defRPr>
            </a:lvl4pPr>
            <a:lvl5pPr algn="l">
              <a:defRPr sz="1950" b="1">
                <a:solidFill>
                  <a:srgbClr val="11152B"/>
                </a:solidFill>
                <a:latin typeface="Segoe UI"/>
                <a:ea typeface="Segoe UI"/>
                <a:cs typeface="Segoe UI"/>
              </a:defRPr>
            </a:lvl5pPr>
            <a:lvl6pPr algn="l">
              <a:defRPr sz="1950" b="1">
                <a:solidFill>
                  <a:srgbClr val="11152B"/>
                </a:solidFill>
                <a:latin typeface="Segoe UI"/>
                <a:ea typeface="Segoe UI"/>
                <a:cs typeface="Segoe UI"/>
              </a:defRPr>
            </a:lvl6pPr>
            <a:lvl7pPr algn="l">
              <a:defRPr sz="1950" b="1">
                <a:solidFill>
                  <a:srgbClr val="11152B"/>
                </a:solidFill>
                <a:latin typeface="Segoe UI"/>
                <a:ea typeface="Segoe UI"/>
                <a:cs typeface="Segoe UI"/>
              </a:defRPr>
            </a:lvl7pPr>
            <a:lvl8pPr algn="l">
              <a:defRPr sz="1950" b="1">
                <a:solidFill>
                  <a:srgbClr val="11152B"/>
                </a:solidFill>
                <a:latin typeface="Segoe UI"/>
                <a:ea typeface="Segoe UI"/>
                <a:cs typeface="Segoe UI"/>
              </a:defRPr>
            </a:lvl8pPr>
            <a:lvl9pPr algn="l">
              <a:defRPr sz="1950" b="1">
                <a:solidFill>
                  <a:srgbClr val="11152B"/>
                </a:solidFill>
                <a:latin typeface="Segoe UI"/>
                <a:ea typeface="Segoe UI"/>
                <a:cs typeface="Segoe UI"/>
              </a:defRPr>
            </a:lvl9pPr>
          </a:lstStyle>
          <a:p xmlns:a="http://schemas.openxmlformats.org/drawingml/2006/main">
            <a:pPr algn="l">
              <a:defRPr sz="1950" b="1">
                <a:solidFill>
                  <a:srgbClr val="11152B"/>
                </a:solidFill>
                <a:latin typeface="Segoe UI"/>
                <a:ea typeface="Segoe UI"/>
                <a:cs typeface="Segoe UI"/>
              </a:defRPr>
            </a:pPr>
            <a:r>
              <a:rPr sz="1950" b="1">
                <a:solidFill>
                  <a:srgbClr val="11152B"/>
                </a:solidFill>
                <a:latin typeface="Segoe UI"/>
                <a:ea typeface="Segoe UI"/>
                <a:cs typeface="Segoe UI"/>
              </a:rPr>
              <a:t>Cuentas DJ y público, con alias</a:t>
            </a:r>
          </a:p>
        </p:txBody>
      </p:sp>
      <p:sp>
        <p:nvSpPr>
          <p:cNvPr id="12" name="">
            <a:extLst xmlns:a="http://schemas.openxmlformats.org/drawingml/2006/main">
              <a:ext uri="{FF2B5EF4-FFF2-40B4-BE49-F238E27FC236}">
                <a16:creationId xmlns:a16="http://schemas.microsoft.com/office/drawing/2014/main" id="{BF10F49F-18C4-450E-817F-66610B836561}"/>
              </a:ext>
            </a:extLst>
          </p:cNvPr>
          <p:cNvSpPr>
            <a:spLocks xmlns:a="http://schemas.openxmlformats.org/drawingml/2006/main" noGrp="1"/>
          </p:cNvSpPr>
          <p:nvPr/>
        </p:nvSpPr>
        <p:spPr>
          <a:xfrm xmlns:a="http://schemas.openxmlformats.org/drawingml/2006/main">
            <a:off x="666750" y="4457700"/>
            <a:ext cx="10763250" cy="0"/>
          </a:xfrm>
          <a:prstGeom xmlns:a="http://schemas.openxmlformats.org/drawingml/2006/main" prst="line">
            <a:avLst/>
          </a:prstGeom>
          <a:noFill xmlns:a="http://schemas.openxmlformats.org/drawingml/2006/main"/>
          <a:ln xmlns:a="http://schemas.openxmlformats.org/drawingml/2006/main" w="9525">
            <a:solidFill>
              <a:srgbClr val="D7DFF2"/>
            </a:solidFill>
            <a:prstDash val="solid"/>
          </a:ln>
        </p:spPr>
      </p:sp>
      <p:sp>
        <p:nvSpPr>
          <p:cNvPr id="13" name="">
            <a:extLst xmlns:a="http://schemas.openxmlformats.org/drawingml/2006/main">
              <a:ext uri="{FF2B5EF4-FFF2-40B4-BE49-F238E27FC236}">
                <a16:creationId xmlns:a16="http://schemas.microsoft.com/office/drawing/2014/main" id="{03581E99-DF74-4E43-9984-AAAE28F8C5DC}"/>
              </a:ext>
            </a:extLst>
          </p:cNvPr>
          <p:cNvSpPr>
            <a:spLocks xmlns:a="http://schemas.openxmlformats.org/drawingml/2006/main" noGrp="1"/>
          </p:cNvSpPr>
          <p:nvPr/>
        </p:nvSpPr>
        <p:spPr>
          <a:xfrm xmlns:a="http://schemas.openxmlformats.org/drawingml/2006/main">
            <a:off x="666750" y="4743450"/>
            <a:ext cx="4572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950" b="0">
                <a:solidFill>
                  <a:srgbClr val="65738F"/>
                </a:solidFill>
                <a:latin typeface="Segoe UI"/>
                <a:ea typeface="Segoe UI"/>
                <a:cs typeface="Segoe UI"/>
              </a:defRPr>
            </a:defPPr>
            <a:lvl1pPr algn="l">
              <a:defRPr sz="1950" b="0">
                <a:solidFill>
                  <a:srgbClr val="65738F"/>
                </a:solidFill>
                <a:latin typeface="Segoe UI"/>
                <a:ea typeface="Segoe UI"/>
                <a:cs typeface="Segoe UI"/>
              </a:defRPr>
            </a:lvl1pPr>
            <a:lvl2pPr algn="l">
              <a:defRPr sz="1950" b="0">
                <a:solidFill>
                  <a:srgbClr val="65738F"/>
                </a:solidFill>
                <a:latin typeface="Segoe UI"/>
                <a:ea typeface="Segoe UI"/>
                <a:cs typeface="Segoe UI"/>
              </a:defRPr>
            </a:lvl2pPr>
            <a:lvl3pPr algn="l">
              <a:defRPr sz="1950" b="0">
                <a:solidFill>
                  <a:srgbClr val="65738F"/>
                </a:solidFill>
                <a:latin typeface="Segoe UI"/>
                <a:ea typeface="Segoe UI"/>
                <a:cs typeface="Segoe UI"/>
              </a:defRPr>
            </a:lvl3pPr>
            <a:lvl4pPr algn="l">
              <a:defRPr sz="1950" b="0">
                <a:solidFill>
                  <a:srgbClr val="65738F"/>
                </a:solidFill>
                <a:latin typeface="Segoe UI"/>
                <a:ea typeface="Segoe UI"/>
                <a:cs typeface="Segoe UI"/>
              </a:defRPr>
            </a:lvl4pPr>
            <a:lvl5pPr algn="l">
              <a:defRPr sz="1950" b="0">
                <a:solidFill>
                  <a:srgbClr val="65738F"/>
                </a:solidFill>
                <a:latin typeface="Segoe UI"/>
                <a:ea typeface="Segoe UI"/>
                <a:cs typeface="Segoe UI"/>
              </a:defRPr>
            </a:lvl5pPr>
            <a:lvl6pPr algn="l">
              <a:defRPr sz="1950" b="0">
                <a:solidFill>
                  <a:srgbClr val="65738F"/>
                </a:solidFill>
                <a:latin typeface="Segoe UI"/>
                <a:ea typeface="Segoe UI"/>
                <a:cs typeface="Segoe UI"/>
              </a:defRPr>
            </a:lvl6pPr>
            <a:lvl7pPr algn="l">
              <a:defRPr sz="1950" b="0">
                <a:solidFill>
                  <a:srgbClr val="65738F"/>
                </a:solidFill>
                <a:latin typeface="Segoe UI"/>
                <a:ea typeface="Segoe UI"/>
                <a:cs typeface="Segoe UI"/>
              </a:defRPr>
            </a:lvl7pPr>
            <a:lvl8pPr algn="l">
              <a:defRPr sz="1950" b="0">
                <a:solidFill>
                  <a:srgbClr val="65738F"/>
                </a:solidFill>
                <a:latin typeface="Segoe UI"/>
                <a:ea typeface="Segoe UI"/>
                <a:cs typeface="Segoe UI"/>
              </a:defRPr>
            </a:lvl8pPr>
            <a:lvl9pPr algn="l">
              <a:defRPr sz="1950" b="0">
                <a:solidFill>
                  <a:srgbClr val="65738F"/>
                </a:solidFill>
                <a:latin typeface="Segoe UI"/>
                <a:ea typeface="Segoe UI"/>
                <a:cs typeface="Segoe UI"/>
              </a:defRPr>
            </a:lvl9pPr>
          </a:lstStyle>
          <a:p xmlns:a="http://schemas.openxmlformats.org/drawingml/2006/main">
            <a:pPr algn="l">
              <a:defRPr sz="1950" b="0">
                <a:solidFill>
                  <a:srgbClr val="65738F"/>
                </a:solidFill>
                <a:latin typeface="Segoe UI"/>
                <a:ea typeface="Segoe UI"/>
                <a:cs typeface="Segoe UI"/>
              </a:defRPr>
            </a:pPr>
            <a:r>
              <a:rPr sz="1950" b="0">
                <a:solidFill>
                  <a:srgbClr val="65738F"/>
                </a:solidFill>
                <a:latin typeface="Segoe UI"/>
                <a:ea typeface="Segoe UI"/>
                <a:cs typeface="Segoe UI"/>
              </a:rPr>
              <a:t>Datos temporales</a:t>
            </a:r>
          </a:p>
        </p:txBody>
      </p:sp>
      <p:sp>
        <p:nvSpPr>
          <p:cNvPr id="14" name="">
            <a:extLst xmlns:a="http://schemas.openxmlformats.org/drawingml/2006/main">
              <a:ext uri="{FF2B5EF4-FFF2-40B4-BE49-F238E27FC236}">
                <a16:creationId xmlns:a16="http://schemas.microsoft.com/office/drawing/2014/main" id="{CECF1F72-5E7F-4EB4-BC8C-E3C0248AE5F3}"/>
              </a:ext>
            </a:extLst>
          </p:cNvPr>
          <p:cNvSpPr>
            <a:spLocks xmlns:a="http://schemas.openxmlformats.org/drawingml/2006/main" noGrp="1"/>
          </p:cNvSpPr>
          <p:nvPr/>
        </p:nvSpPr>
        <p:spPr>
          <a:xfrm xmlns:a="http://schemas.openxmlformats.org/drawingml/2006/main">
            <a:off x="6296025" y="4743450"/>
            <a:ext cx="5048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950" b="1">
                <a:solidFill>
                  <a:srgbClr val="11152B"/>
                </a:solidFill>
                <a:latin typeface="Segoe UI"/>
                <a:ea typeface="Segoe UI"/>
                <a:cs typeface="Segoe UI"/>
              </a:defRPr>
            </a:defPPr>
            <a:lvl1pPr algn="l">
              <a:defRPr sz="1950" b="1">
                <a:solidFill>
                  <a:srgbClr val="11152B"/>
                </a:solidFill>
                <a:latin typeface="Segoe UI"/>
                <a:ea typeface="Segoe UI"/>
                <a:cs typeface="Segoe UI"/>
              </a:defRPr>
            </a:lvl1pPr>
            <a:lvl2pPr algn="l">
              <a:defRPr sz="1950" b="1">
                <a:solidFill>
                  <a:srgbClr val="11152B"/>
                </a:solidFill>
                <a:latin typeface="Segoe UI"/>
                <a:ea typeface="Segoe UI"/>
                <a:cs typeface="Segoe UI"/>
              </a:defRPr>
            </a:lvl2pPr>
            <a:lvl3pPr algn="l">
              <a:defRPr sz="1950" b="1">
                <a:solidFill>
                  <a:srgbClr val="11152B"/>
                </a:solidFill>
                <a:latin typeface="Segoe UI"/>
                <a:ea typeface="Segoe UI"/>
                <a:cs typeface="Segoe UI"/>
              </a:defRPr>
            </a:lvl3pPr>
            <a:lvl4pPr algn="l">
              <a:defRPr sz="1950" b="1">
                <a:solidFill>
                  <a:srgbClr val="11152B"/>
                </a:solidFill>
                <a:latin typeface="Segoe UI"/>
                <a:ea typeface="Segoe UI"/>
                <a:cs typeface="Segoe UI"/>
              </a:defRPr>
            </a:lvl4pPr>
            <a:lvl5pPr algn="l">
              <a:defRPr sz="1950" b="1">
                <a:solidFill>
                  <a:srgbClr val="11152B"/>
                </a:solidFill>
                <a:latin typeface="Segoe UI"/>
                <a:ea typeface="Segoe UI"/>
                <a:cs typeface="Segoe UI"/>
              </a:defRPr>
            </a:lvl5pPr>
            <a:lvl6pPr algn="l">
              <a:defRPr sz="1950" b="1">
                <a:solidFill>
                  <a:srgbClr val="11152B"/>
                </a:solidFill>
                <a:latin typeface="Segoe UI"/>
                <a:ea typeface="Segoe UI"/>
                <a:cs typeface="Segoe UI"/>
              </a:defRPr>
            </a:lvl6pPr>
            <a:lvl7pPr algn="l">
              <a:defRPr sz="1950" b="1">
                <a:solidFill>
                  <a:srgbClr val="11152B"/>
                </a:solidFill>
                <a:latin typeface="Segoe UI"/>
                <a:ea typeface="Segoe UI"/>
                <a:cs typeface="Segoe UI"/>
              </a:defRPr>
            </a:lvl7pPr>
            <a:lvl8pPr algn="l">
              <a:defRPr sz="1950" b="1">
                <a:solidFill>
                  <a:srgbClr val="11152B"/>
                </a:solidFill>
                <a:latin typeface="Segoe UI"/>
                <a:ea typeface="Segoe UI"/>
                <a:cs typeface="Segoe UI"/>
              </a:defRPr>
            </a:lvl8pPr>
            <a:lvl9pPr algn="l">
              <a:defRPr sz="1950" b="1">
                <a:solidFill>
                  <a:srgbClr val="11152B"/>
                </a:solidFill>
                <a:latin typeface="Segoe UI"/>
                <a:ea typeface="Segoe UI"/>
                <a:cs typeface="Segoe UI"/>
              </a:defRPr>
            </a:lvl9pPr>
          </a:lstStyle>
          <a:p xmlns:a="http://schemas.openxmlformats.org/drawingml/2006/main">
            <a:pPr algn="l">
              <a:defRPr sz="1950" b="1">
                <a:solidFill>
                  <a:srgbClr val="11152B"/>
                </a:solidFill>
                <a:latin typeface="Segoe UI"/>
                <a:ea typeface="Segoe UI"/>
                <a:cs typeface="Segoe UI"/>
              </a:defRPr>
            </a:pPr>
            <a:r>
              <a:rPr sz="1950" b="1">
                <a:solidFill>
                  <a:srgbClr val="11152B"/>
                </a:solidFill>
                <a:latin typeface="Segoe UI"/>
                <a:ea typeface="Segoe UI"/>
                <a:cs typeface="Segoe UI"/>
              </a:rPr>
              <a:t>Eventos y solicitudes en PostgreSQL</a:t>
            </a:r>
          </a:p>
        </p:txBody>
      </p:sp>
      <p:sp>
        <p:nvSpPr>
          <p:cNvPr id="15" name="">
            <a:extLst xmlns:a="http://schemas.openxmlformats.org/drawingml/2006/main">
              <a:ext uri="{FF2B5EF4-FFF2-40B4-BE49-F238E27FC236}">
                <a16:creationId xmlns:a16="http://schemas.microsoft.com/office/drawing/2014/main" id="{5DB2EAB1-FA6B-49B1-A2BA-9EEF7D2045E2}"/>
              </a:ext>
            </a:extLst>
          </p:cNvPr>
          <p:cNvSpPr>
            <a:spLocks xmlns:a="http://schemas.openxmlformats.org/drawingml/2006/main" noGrp="1"/>
          </p:cNvSpPr>
          <p:nvPr/>
        </p:nvSpPr>
        <p:spPr>
          <a:xfrm xmlns:a="http://schemas.openxmlformats.org/drawingml/2006/main">
            <a:off x="666750" y="5438775"/>
            <a:ext cx="10763250" cy="0"/>
          </a:xfrm>
          <a:prstGeom xmlns:a="http://schemas.openxmlformats.org/drawingml/2006/main" prst="line">
            <a:avLst/>
          </a:prstGeom>
          <a:noFill xmlns:a="http://schemas.openxmlformats.org/drawingml/2006/main"/>
          <a:ln xmlns:a="http://schemas.openxmlformats.org/drawingml/2006/main" w="9525">
            <a:solidFill>
              <a:srgbClr val="D7DFF2"/>
            </a:solidFill>
            <a:prstDash val="solid"/>
          </a:ln>
        </p:spPr>
      </p:sp>
      <p:sp>
        <p:nvSpPr>
          <p:cNvPr id="16" name="">
            <a:extLst xmlns:a="http://schemas.openxmlformats.org/drawingml/2006/main">
              <a:ext uri="{FF2B5EF4-FFF2-40B4-BE49-F238E27FC236}">
                <a16:creationId xmlns:a16="http://schemas.microsoft.com/office/drawing/2014/main" id="{B091E50C-3B58-4943-816B-2A246DAB3762}"/>
              </a:ext>
            </a:extLst>
          </p:cNvPr>
          <p:cNvSpPr>
            <a:spLocks xmlns:a="http://schemas.openxmlformats.org/drawingml/2006/main" noGrp="1"/>
          </p:cNvSpPr>
          <p:nvPr/>
        </p:nvSpPr>
        <p:spPr>
          <a:xfrm xmlns:a="http://schemas.openxmlformats.org/drawingml/2006/main">
            <a:off x="666750" y="6076950"/>
            <a:ext cx="1028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1">
                <a:solidFill>
                  <a:srgbClr val="0E1440"/>
                </a:solidFill>
                <a:latin typeface="Segoe UI"/>
                <a:ea typeface="Segoe UI"/>
                <a:cs typeface="Segoe UI"/>
              </a:defRPr>
            </a:defPPr>
            <a:lvl1pPr algn="l">
              <a:defRPr sz="1575" b="1">
                <a:solidFill>
                  <a:srgbClr val="0E1440"/>
                </a:solidFill>
                <a:latin typeface="Segoe UI"/>
                <a:ea typeface="Segoe UI"/>
                <a:cs typeface="Segoe UI"/>
              </a:defRPr>
            </a:lvl1pPr>
            <a:lvl2pPr algn="l">
              <a:defRPr sz="1575" b="1">
                <a:solidFill>
                  <a:srgbClr val="0E1440"/>
                </a:solidFill>
                <a:latin typeface="Segoe UI"/>
                <a:ea typeface="Segoe UI"/>
                <a:cs typeface="Segoe UI"/>
              </a:defRPr>
            </a:lvl2pPr>
            <a:lvl3pPr algn="l">
              <a:defRPr sz="1575" b="1">
                <a:solidFill>
                  <a:srgbClr val="0E1440"/>
                </a:solidFill>
                <a:latin typeface="Segoe UI"/>
                <a:ea typeface="Segoe UI"/>
                <a:cs typeface="Segoe UI"/>
              </a:defRPr>
            </a:lvl3pPr>
            <a:lvl4pPr algn="l">
              <a:defRPr sz="1575" b="1">
                <a:solidFill>
                  <a:srgbClr val="0E1440"/>
                </a:solidFill>
                <a:latin typeface="Segoe UI"/>
                <a:ea typeface="Segoe UI"/>
                <a:cs typeface="Segoe UI"/>
              </a:defRPr>
            </a:lvl4pPr>
            <a:lvl5pPr algn="l">
              <a:defRPr sz="1575" b="1">
                <a:solidFill>
                  <a:srgbClr val="0E1440"/>
                </a:solidFill>
                <a:latin typeface="Segoe UI"/>
                <a:ea typeface="Segoe UI"/>
                <a:cs typeface="Segoe UI"/>
              </a:defRPr>
            </a:lvl5pPr>
            <a:lvl6pPr algn="l">
              <a:defRPr sz="1575" b="1">
                <a:solidFill>
                  <a:srgbClr val="0E1440"/>
                </a:solidFill>
                <a:latin typeface="Segoe UI"/>
                <a:ea typeface="Segoe UI"/>
                <a:cs typeface="Segoe UI"/>
              </a:defRPr>
            </a:lvl6pPr>
            <a:lvl7pPr algn="l">
              <a:defRPr sz="1575" b="1">
                <a:solidFill>
                  <a:srgbClr val="0E1440"/>
                </a:solidFill>
                <a:latin typeface="Segoe UI"/>
                <a:ea typeface="Segoe UI"/>
                <a:cs typeface="Segoe UI"/>
              </a:defRPr>
            </a:lvl7pPr>
            <a:lvl8pPr algn="l">
              <a:defRPr sz="1575" b="1">
                <a:solidFill>
                  <a:srgbClr val="0E1440"/>
                </a:solidFill>
                <a:latin typeface="Segoe UI"/>
                <a:ea typeface="Segoe UI"/>
                <a:cs typeface="Segoe UI"/>
              </a:defRPr>
            </a:lvl8pPr>
            <a:lvl9pPr algn="l">
              <a:defRPr sz="1575" b="1">
                <a:solidFill>
                  <a:srgbClr val="0E1440"/>
                </a:solidFill>
                <a:latin typeface="Segoe UI"/>
                <a:ea typeface="Segoe UI"/>
                <a:cs typeface="Segoe UI"/>
              </a:defRPr>
            </a:lvl9pPr>
          </a:lstStyle>
          <a:p xmlns:a="http://schemas.openxmlformats.org/drawingml/2006/main">
            <a:pPr algn="l">
              <a:defRPr sz="1575" b="1">
                <a:solidFill>
                  <a:srgbClr val="0E1440"/>
                </a:solidFill>
                <a:latin typeface="Segoe UI"/>
                <a:ea typeface="Segoe UI"/>
                <a:cs typeface="Segoe UI"/>
              </a:defRPr>
            </a:pPr>
            <a:r>
              <a:rPr sz="1575" b="1">
                <a:solidFill>
                  <a:srgbClr val="0E1440"/>
                </a:solidFill>
                <a:latin typeface="Segoe UI"/>
                <a:ea typeface="Segoe UI"/>
                <a:cs typeface="Segoe UI"/>
              </a:rPr>
              <a:t>Budsound conecta las canciones que pide el público con las decisiones del DJ.</a:t>
            </a:r>
          </a:p>
        </p:txBody>
      </p:sp>
    </p:spTree>
    <p:extLst>
      <p:ext uri="{BB962C8B-B14F-4D97-AF65-F5344CB8AC3E}">
        <p14:creationId xmlns:p14="http://schemas.microsoft.com/office/powerpoint/2010/main" val="534968153"/>
      </p:ext>
    </p:extLst>
  </p:cSld>
</p:sld>
</file>

<file path=ppt/slides/slide3.xml><?xml version="1.0" encoding="utf-8"?>
<p:sld xmlns:p="http://schemas.openxmlformats.org/presentationml/2006/main">
  <p:cSld>
    <p:bg>
      <p:bgPr>
        <a:solidFill xmlns:a="http://schemas.openxmlformats.org/drawingml/2006/main">
          <a:srgbClr val="05060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FBCE3DC2-1761-4728-B856-5880F6BDB283}"/>
              </a:ext>
            </a:extLst>
          </p:cNvPr>
          <p:cNvPicPr>
            <a:picLocks xmlns:a="http://schemas.openxmlformats.org/drawingml/2006/main" noChangeAspect="1"/>
          </p:cNvPicPr>
          <p:nvPr/>
        </p:nvPicPr>
        <p:blipFill>
          <a:blip xmlns:r="http://schemas.openxmlformats.org/officeDocument/2006/relationships" xmlns:a="http://schemas.openxmlformats.org/drawingml/2006/main" r:embed="Re1a213471b124c78"/>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AA4C32EE-49B8-4F57-8E24-1D530F9BF705}"/>
              </a:ext>
            </a:extLst>
          </p:cNvPr>
          <p:cNvSpPr>
            <a:spLocks xmlns:a="http://schemas.openxmlformats.org/drawingml/2006/main" noGrp="1"/>
          </p:cNvSpPr>
          <p:nvPr/>
        </p:nvSpPr>
        <p:spPr>
          <a:xfrm xmlns:a="http://schemas.openxmlformats.org/drawingml/2006/main">
            <a:off x="6438900" y="609600"/>
            <a:ext cx="5029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700" b="1">
                <a:solidFill>
                  <a:srgbClr val="FFFFFF"/>
                </a:solidFill>
                <a:latin typeface="Segoe UI"/>
                <a:ea typeface="Segoe UI"/>
                <a:cs typeface="Segoe UI"/>
              </a:defRPr>
            </a:defPPr>
            <a:lvl1pPr algn="l">
              <a:defRPr sz="2700" b="1">
                <a:solidFill>
                  <a:srgbClr val="FFFFFF"/>
                </a:solidFill>
                <a:latin typeface="Segoe UI"/>
                <a:ea typeface="Segoe UI"/>
                <a:cs typeface="Segoe UI"/>
              </a:defRPr>
            </a:lvl1pPr>
            <a:lvl2pPr algn="l">
              <a:defRPr sz="2700" b="1">
                <a:solidFill>
                  <a:srgbClr val="FFFFFF"/>
                </a:solidFill>
                <a:latin typeface="Segoe UI"/>
                <a:ea typeface="Segoe UI"/>
                <a:cs typeface="Segoe UI"/>
              </a:defRPr>
            </a:lvl2pPr>
            <a:lvl3pPr algn="l">
              <a:defRPr sz="2700" b="1">
                <a:solidFill>
                  <a:srgbClr val="FFFFFF"/>
                </a:solidFill>
                <a:latin typeface="Segoe UI"/>
                <a:ea typeface="Segoe UI"/>
                <a:cs typeface="Segoe UI"/>
              </a:defRPr>
            </a:lvl3pPr>
            <a:lvl4pPr algn="l">
              <a:defRPr sz="2700" b="1">
                <a:solidFill>
                  <a:srgbClr val="FFFFFF"/>
                </a:solidFill>
                <a:latin typeface="Segoe UI"/>
                <a:ea typeface="Segoe UI"/>
                <a:cs typeface="Segoe UI"/>
              </a:defRPr>
            </a:lvl4pPr>
            <a:lvl5pPr algn="l">
              <a:defRPr sz="2700" b="1">
                <a:solidFill>
                  <a:srgbClr val="FFFFFF"/>
                </a:solidFill>
                <a:latin typeface="Segoe UI"/>
                <a:ea typeface="Segoe UI"/>
                <a:cs typeface="Segoe UI"/>
              </a:defRPr>
            </a:lvl5pPr>
            <a:lvl6pPr algn="l">
              <a:defRPr sz="2700" b="1">
                <a:solidFill>
                  <a:srgbClr val="FFFFFF"/>
                </a:solidFill>
                <a:latin typeface="Segoe UI"/>
                <a:ea typeface="Segoe UI"/>
                <a:cs typeface="Segoe UI"/>
              </a:defRPr>
            </a:lvl6pPr>
            <a:lvl7pPr algn="l">
              <a:defRPr sz="2700" b="1">
                <a:solidFill>
                  <a:srgbClr val="FFFFFF"/>
                </a:solidFill>
                <a:latin typeface="Segoe UI"/>
                <a:ea typeface="Segoe UI"/>
                <a:cs typeface="Segoe UI"/>
              </a:defRPr>
            </a:lvl7pPr>
            <a:lvl8pPr algn="l">
              <a:defRPr sz="2700" b="1">
                <a:solidFill>
                  <a:srgbClr val="FFFFFF"/>
                </a:solidFill>
                <a:latin typeface="Segoe UI"/>
                <a:ea typeface="Segoe UI"/>
                <a:cs typeface="Segoe UI"/>
              </a:defRPr>
            </a:lvl8pPr>
            <a:lvl9pPr algn="l">
              <a:defRPr sz="2700" b="1">
                <a:solidFill>
                  <a:srgbClr val="FFFFFF"/>
                </a:solidFill>
                <a:latin typeface="Segoe UI"/>
                <a:ea typeface="Segoe UI"/>
                <a:cs typeface="Segoe UI"/>
              </a:defRPr>
            </a:lvl9pPr>
          </a:lstStyle>
          <a:p xmlns:a="http://schemas.openxmlformats.org/drawingml/2006/main">
            <a:pPr algn="l">
              <a:defRPr sz="2700" b="1">
                <a:solidFill>
                  <a:srgbClr val="FFFFFF"/>
                </a:solidFill>
                <a:latin typeface="Segoe UI"/>
                <a:ea typeface="Segoe UI"/>
                <a:cs typeface="Segoe UI"/>
              </a:defRPr>
            </a:pPr>
            <a:r>
              <a:rPr sz="2700" b="1">
                <a:solidFill>
                  <a:srgbClr val="FFFFFF"/>
                </a:solidFill>
                <a:latin typeface="Segoe UI"/>
                <a:ea typeface="Segoe UI"/>
                <a:cs typeface="Segoe UI"/>
              </a:rPr>
              <a:t>Avance del prototipo</a:t>
            </a:r>
          </a:p>
        </p:txBody>
      </p:sp>
      <p:sp>
        <p:nvSpPr>
          <p:cNvPr id="3" name="">
            <a:extLst xmlns:a="http://schemas.openxmlformats.org/drawingml/2006/main">
              <a:ext uri="{FF2B5EF4-FFF2-40B4-BE49-F238E27FC236}">
                <a16:creationId xmlns:a16="http://schemas.microsoft.com/office/drawing/2014/main" id="{D1C8BD5F-424C-4D43-91E3-E0C0C6AEF6BF}"/>
              </a:ext>
            </a:extLst>
          </p:cNvPr>
          <p:cNvSpPr>
            <a:spLocks xmlns:a="http://schemas.openxmlformats.org/drawingml/2006/main" noGrp="1"/>
          </p:cNvSpPr>
          <p:nvPr/>
        </p:nvSpPr>
        <p:spPr>
          <a:xfrm xmlns:a="http://schemas.openxmlformats.org/drawingml/2006/main">
            <a:off x="6448425" y="1619250"/>
            <a:ext cx="4953000" cy="1466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8400" b="1">
                <a:solidFill>
                  <a:srgbClr val="FFFFFF"/>
                </a:solidFill>
                <a:latin typeface="Segoe UI"/>
                <a:ea typeface="Segoe UI"/>
                <a:cs typeface="Segoe UI"/>
              </a:defRPr>
            </a:defPPr>
            <a:lvl1pPr algn="l">
              <a:defRPr sz="8400" b="1">
                <a:solidFill>
                  <a:srgbClr val="FFFFFF"/>
                </a:solidFill>
                <a:latin typeface="Segoe UI"/>
                <a:ea typeface="Segoe UI"/>
                <a:cs typeface="Segoe UI"/>
              </a:defRPr>
            </a:lvl1pPr>
            <a:lvl2pPr algn="l">
              <a:defRPr sz="8400" b="1">
                <a:solidFill>
                  <a:srgbClr val="FFFFFF"/>
                </a:solidFill>
                <a:latin typeface="Segoe UI"/>
                <a:ea typeface="Segoe UI"/>
                <a:cs typeface="Segoe UI"/>
              </a:defRPr>
            </a:lvl2pPr>
            <a:lvl3pPr algn="l">
              <a:defRPr sz="8400" b="1">
                <a:solidFill>
                  <a:srgbClr val="FFFFFF"/>
                </a:solidFill>
                <a:latin typeface="Segoe UI"/>
                <a:ea typeface="Segoe UI"/>
                <a:cs typeface="Segoe UI"/>
              </a:defRPr>
            </a:lvl3pPr>
            <a:lvl4pPr algn="l">
              <a:defRPr sz="8400" b="1">
                <a:solidFill>
                  <a:srgbClr val="FFFFFF"/>
                </a:solidFill>
                <a:latin typeface="Segoe UI"/>
                <a:ea typeface="Segoe UI"/>
                <a:cs typeface="Segoe UI"/>
              </a:defRPr>
            </a:lvl4pPr>
            <a:lvl5pPr algn="l">
              <a:defRPr sz="8400" b="1">
                <a:solidFill>
                  <a:srgbClr val="FFFFFF"/>
                </a:solidFill>
                <a:latin typeface="Segoe UI"/>
                <a:ea typeface="Segoe UI"/>
                <a:cs typeface="Segoe UI"/>
              </a:defRPr>
            </a:lvl5pPr>
            <a:lvl6pPr algn="l">
              <a:defRPr sz="8400" b="1">
                <a:solidFill>
                  <a:srgbClr val="FFFFFF"/>
                </a:solidFill>
                <a:latin typeface="Segoe UI"/>
                <a:ea typeface="Segoe UI"/>
                <a:cs typeface="Segoe UI"/>
              </a:defRPr>
            </a:lvl6pPr>
            <a:lvl7pPr algn="l">
              <a:defRPr sz="8400" b="1">
                <a:solidFill>
                  <a:srgbClr val="FFFFFF"/>
                </a:solidFill>
                <a:latin typeface="Segoe UI"/>
                <a:ea typeface="Segoe UI"/>
                <a:cs typeface="Segoe UI"/>
              </a:defRPr>
            </a:lvl7pPr>
            <a:lvl8pPr algn="l">
              <a:defRPr sz="8400" b="1">
                <a:solidFill>
                  <a:srgbClr val="FFFFFF"/>
                </a:solidFill>
                <a:latin typeface="Segoe UI"/>
                <a:ea typeface="Segoe UI"/>
                <a:cs typeface="Segoe UI"/>
              </a:defRPr>
            </a:lvl8pPr>
            <a:lvl9pPr algn="l">
              <a:defRPr sz="8400" b="1">
                <a:solidFill>
                  <a:srgbClr val="FFFFFF"/>
                </a:solidFill>
                <a:latin typeface="Segoe UI"/>
                <a:ea typeface="Segoe UI"/>
                <a:cs typeface="Segoe UI"/>
              </a:defRPr>
            </a:lvl9pPr>
          </a:lstStyle>
          <a:p xmlns:a="http://schemas.openxmlformats.org/drawingml/2006/main">
            <a:pPr algn="l">
              <a:defRPr sz="8400" b="1">
                <a:solidFill>
                  <a:srgbClr val="FFFFFF"/>
                </a:solidFill>
                <a:latin typeface="Segoe UI"/>
                <a:ea typeface="Segoe UI"/>
                <a:cs typeface="Segoe UI"/>
              </a:defRPr>
            </a:pPr>
            <a:r>
              <a:rPr sz="8400" b="1">
                <a:solidFill>
                  <a:srgbClr val="FFFFFF"/>
                </a:solidFill>
                <a:latin typeface="Segoe UI"/>
                <a:ea typeface="Segoe UI"/>
                <a:cs typeface="Segoe UI"/>
              </a:rPr>
              <a:t>70%</a:t>
            </a:r>
          </a:p>
        </p:txBody>
      </p:sp>
      <p:sp>
        <p:nvSpPr>
          <p:cNvPr id="4" name="">
            <a:extLst xmlns:a="http://schemas.openxmlformats.org/drawingml/2006/main">
              <a:ext uri="{FF2B5EF4-FFF2-40B4-BE49-F238E27FC236}">
                <a16:creationId xmlns:a16="http://schemas.microsoft.com/office/drawing/2014/main" id="{E63CF462-0C2A-43DE-817E-6A9F21D0D6D4}"/>
              </a:ext>
            </a:extLst>
          </p:cNvPr>
          <p:cNvSpPr>
            <a:spLocks xmlns:a="http://schemas.openxmlformats.org/drawingml/2006/main" noGrp="1"/>
          </p:cNvSpPr>
          <p:nvPr/>
        </p:nvSpPr>
        <p:spPr>
          <a:xfrm xmlns:a="http://schemas.openxmlformats.org/drawingml/2006/main">
            <a:off x="6505575" y="3028950"/>
            <a:ext cx="44481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0">
                <a:solidFill>
                  <a:srgbClr val="70E8FF"/>
                </a:solidFill>
                <a:latin typeface="Segoe UI"/>
                <a:ea typeface="Segoe UI"/>
                <a:cs typeface="Segoe UI"/>
              </a:defRPr>
            </a:defPPr>
            <a:lvl1pPr algn="l">
              <a:defRPr sz="1650" b="0">
                <a:solidFill>
                  <a:srgbClr val="70E8FF"/>
                </a:solidFill>
                <a:latin typeface="Segoe UI"/>
                <a:ea typeface="Segoe UI"/>
                <a:cs typeface="Segoe UI"/>
              </a:defRPr>
            </a:lvl1pPr>
            <a:lvl2pPr algn="l">
              <a:defRPr sz="1650" b="0">
                <a:solidFill>
                  <a:srgbClr val="70E8FF"/>
                </a:solidFill>
                <a:latin typeface="Segoe UI"/>
                <a:ea typeface="Segoe UI"/>
                <a:cs typeface="Segoe UI"/>
              </a:defRPr>
            </a:lvl2pPr>
            <a:lvl3pPr algn="l">
              <a:defRPr sz="1650" b="0">
                <a:solidFill>
                  <a:srgbClr val="70E8FF"/>
                </a:solidFill>
                <a:latin typeface="Segoe UI"/>
                <a:ea typeface="Segoe UI"/>
                <a:cs typeface="Segoe UI"/>
              </a:defRPr>
            </a:lvl3pPr>
            <a:lvl4pPr algn="l">
              <a:defRPr sz="1650" b="0">
                <a:solidFill>
                  <a:srgbClr val="70E8FF"/>
                </a:solidFill>
                <a:latin typeface="Segoe UI"/>
                <a:ea typeface="Segoe UI"/>
                <a:cs typeface="Segoe UI"/>
              </a:defRPr>
            </a:lvl4pPr>
            <a:lvl5pPr algn="l">
              <a:defRPr sz="1650" b="0">
                <a:solidFill>
                  <a:srgbClr val="70E8FF"/>
                </a:solidFill>
                <a:latin typeface="Segoe UI"/>
                <a:ea typeface="Segoe UI"/>
                <a:cs typeface="Segoe UI"/>
              </a:defRPr>
            </a:lvl5pPr>
            <a:lvl6pPr algn="l">
              <a:defRPr sz="1650" b="0">
                <a:solidFill>
                  <a:srgbClr val="70E8FF"/>
                </a:solidFill>
                <a:latin typeface="Segoe UI"/>
                <a:ea typeface="Segoe UI"/>
                <a:cs typeface="Segoe UI"/>
              </a:defRPr>
            </a:lvl6pPr>
            <a:lvl7pPr algn="l">
              <a:defRPr sz="1650" b="0">
                <a:solidFill>
                  <a:srgbClr val="70E8FF"/>
                </a:solidFill>
                <a:latin typeface="Segoe UI"/>
                <a:ea typeface="Segoe UI"/>
                <a:cs typeface="Segoe UI"/>
              </a:defRPr>
            </a:lvl7pPr>
            <a:lvl8pPr algn="l">
              <a:defRPr sz="1650" b="0">
                <a:solidFill>
                  <a:srgbClr val="70E8FF"/>
                </a:solidFill>
                <a:latin typeface="Segoe UI"/>
                <a:ea typeface="Segoe UI"/>
                <a:cs typeface="Segoe UI"/>
              </a:defRPr>
            </a:lvl8pPr>
            <a:lvl9pPr algn="l">
              <a:defRPr sz="1650" b="0">
                <a:solidFill>
                  <a:srgbClr val="70E8FF"/>
                </a:solidFill>
                <a:latin typeface="Segoe UI"/>
                <a:ea typeface="Segoe UI"/>
                <a:cs typeface="Segoe UI"/>
              </a:defRPr>
            </a:lvl9pPr>
          </a:lstStyle>
          <a:p xmlns:a="http://schemas.openxmlformats.org/drawingml/2006/main">
            <a:pPr algn="l">
              <a:defRPr sz="1650" b="0">
                <a:solidFill>
                  <a:srgbClr val="70E8FF"/>
                </a:solidFill>
                <a:latin typeface="Segoe UI"/>
                <a:ea typeface="Segoe UI"/>
                <a:cs typeface="Segoe UI"/>
              </a:defRPr>
            </a:pPr>
            <a:r>
              <a:rPr sz="1650" b="0">
                <a:solidFill>
                  <a:srgbClr val="70E8FF"/>
                </a:solidFill>
                <a:latin typeface="Segoe UI"/>
                <a:ea typeface="Segoe UI"/>
                <a:cs typeface="Segoe UI"/>
              </a:rPr>
              <a:t>estimación funcional</a:t>
            </a:r>
          </a:p>
        </p:txBody>
      </p:sp>
      <p:sp>
        <p:nvSpPr>
          <p:cNvPr id="5" name="">
            <a:extLst xmlns:a="http://schemas.openxmlformats.org/drawingml/2006/main">
              <a:ext uri="{FF2B5EF4-FFF2-40B4-BE49-F238E27FC236}">
                <a16:creationId xmlns:a16="http://schemas.microsoft.com/office/drawing/2014/main" id="{4EAAD010-9605-4E81-8DB3-F72255D1E3B9}"/>
              </a:ext>
            </a:extLst>
          </p:cNvPr>
          <p:cNvSpPr>
            <a:spLocks xmlns:a="http://schemas.openxmlformats.org/drawingml/2006/main" noGrp="1"/>
          </p:cNvSpPr>
          <p:nvPr/>
        </p:nvSpPr>
        <p:spPr>
          <a:xfrm xmlns:a="http://schemas.openxmlformats.org/drawingml/2006/main">
            <a:off x="6496050" y="3619500"/>
            <a:ext cx="4857750" cy="0"/>
          </a:xfrm>
          <a:prstGeom xmlns:a="http://schemas.openxmlformats.org/drawingml/2006/main" prst="line">
            <a:avLst/>
          </a:prstGeom>
          <a:noFill xmlns:a="http://schemas.openxmlformats.org/drawingml/2006/main"/>
          <a:ln xmlns:a="http://schemas.openxmlformats.org/drawingml/2006/main" w="19050">
            <a:solidFill>
              <a:srgbClr val="70E8FF"/>
            </a:solidFill>
            <a:prstDash val="solid"/>
          </a:ln>
        </p:spPr>
      </p:sp>
      <p:sp>
        <p:nvSpPr>
          <p:cNvPr id="6" name="">
            <a:extLst xmlns:a="http://schemas.openxmlformats.org/drawingml/2006/main">
              <a:ext uri="{FF2B5EF4-FFF2-40B4-BE49-F238E27FC236}">
                <a16:creationId xmlns:a16="http://schemas.microsoft.com/office/drawing/2014/main" id="{30ECEDBD-1516-4361-8C54-2B258CB3CD9D}"/>
              </a:ext>
            </a:extLst>
          </p:cNvPr>
          <p:cNvSpPr>
            <a:spLocks xmlns:a="http://schemas.openxmlformats.org/drawingml/2006/main" noGrp="1"/>
          </p:cNvSpPr>
          <p:nvPr/>
        </p:nvSpPr>
        <p:spPr>
          <a:xfrm xmlns:a="http://schemas.openxmlformats.org/drawingml/2006/main">
            <a:off x="6505575" y="3952875"/>
            <a:ext cx="20764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70E8FF"/>
                </a:solidFill>
                <a:latin typeface="Segoe UI"/>
                <a:ea typeface="Segoe UI"/>
                <a:cs typeface="Segoe UI"/>
              </a:defRPr>
            </a:defPPr>
            <a:lvl1pPr algn="l">
              <a:defRPr sz="1650" b="1">
                <a:solidFill>
                  <a:srgbClr val="70E8FF"/>
                </a:solidFill>
                <a:latin typeface="Segoe UI"/>
                <a:ea typeface="Segoe UI"/>
                <a:cs typeface="Segoe UI"/>
              </a:defRPr>
            </a:lvl1pPr>
            <a:lvl2pPr algn="l">
              <a:defRPr sz="1650" b="1">
                <a:solidFill>
                  <a:srgbClr val="70E8FF"/>
                </a:solidFill>
                <a:latin typeface="Segoe UI"/>
                <a:ea typeface="Segoe UI"/>
                <a:cs typeface="Segoe UI"/>
              </a:defRPr>
            </a:lvl2pPr>
            <a:lvl3pPr algn="l">
              <a:defRPr sz="1650" b="1">
                <a:solidFill>
                  <a:srgbClr val="70E8FF"/>
                </a:solidFill>
                <a:latin typeface="Segoe UI"/>
                <a:ea typeface="Segoe UI"/>
                <a:cs typeface="Segoe UI"/>
              </a:defRPr>
            </a:lvl3pPr>
            <a:lvl4pPr algn="l">
              <a:defRPr sz="1650" b="1">
                <a:solidFill>
                  <a:srgbClr val="70E8FF"/>
                </a:solidFill>
                <a:latin typeface="Segoe UI"/>
                <a:ea typeface="Segoe UI"/>
                <a:cs typeface="Segoe UI"/>
              </a:defRPr>
            </a:lvl4pPr>
            <a:lvl5pPr algn="l">
              <a:defRPr sz="1650" b="1">
                <a:solidFill>
                  <a:srgbClr val="70E8FF"/>
                </a:solidFill>
                <a:latin typeface="Segoe UI"/>
                <a:ea typeface="Segoe UI"/>
                <a:cs typeface="Segoe UI"/>
              </a:defRPr>
            </a:lvl5pPr>
            <a:lvl6pPr algn="l">
              <a:defRPr sz="1650" b="1">
                <a:solidFill>
                  <a:srgbClr val="70E8FF"/>
                </a:solidFill>
                <a:latin typeface="Segoe UI"/>
                <a:ea typeface="Segoe UI"/>
                <a:cs typeface="Segoe UI"/>
              </a:defRPr>
            </a:lvl6pPr>
            <a:lvl7pPr algn="l">
              <a:defRPr sz="1650" b="1">
                <a:solidFill>
                  <a:srgbClr val="70E8FF"/>
                </a:solidFill>
                <a:latin typeface="Segoe UI"/>
                <a:ea typeface="Segoe UI"/>
                <a:cs typeface="Segoe UI"/>
              </a:defRPr>
            </a:lvl7pPr>
            <a:lvl8pPr algn="l">
              <a:defRPr sz="1650" b="1">
                <a:solidFill>
                  <a:srgbClr val="70E8FF"/>
                </a:solidFill>
                <a:latin typeface="Segoe UI"/>
                <a:ea typeface="Segoe UI"/>
                <a:cs typeface="Segoe UI"/>
              </a:defRPr>
            </a:lvl8pPr>
            <a:lvl9pPr algn="l">
              <a:defRPr sz="1650" b="1">
                <a:solidFill>
                  <a:srgbClr val="70E8FF"/>
                </a:solidFill>
                <a:latin typeface="Segoe UI"/>
                <a:ea typeface="Segoe UI"/>
                <a:cs typeface="Segoe UI"/>
              </a:defRPr>
            </a:lvl9pPr>
          </a:lstStyle>
          <a:p xmlns:a="http://schemas.openxmlformats.org/drawingml/2006/main">
            <a:pPr algn="l">
              <a:defRPr sz="1650" b="1">
                <a:solidFill>
                  <a:srgbClr val="70E8FF"/>
                </a:solidFill>
                <a:latin typeface="Segoe UI"/>
                <a:ea typeface="Segoe UI"/>
                <a:cs typeface="Segoe UI"/>
              </a:defRPr>
            </a:pPr>
            <a:r>
              <a:rPr sz="1650" b="1">
                <a:solidFill>
                  <a:srgbClr val="70E8FF"/>
                </a:solidFill>
                <a:latin typeface="Segoe UI"/>
                <a:ea typeface="Segoe UI"/>
                <a:cs typeface="Segoe UI"/>
              </a:rPr>
              <a:t>6 completos</a:t>
            </a:r>
          </a:p>
        </p:txBody>
      </p:sp>
      <p:sp>
        <p:nvSpPr>
          <p:cNvPr id="7" name="">
            <a:extLst xmlns:a="http://schemas.openxmlformats.org/drawingml/2006/main">
              <a:ext uri="{FF2B5EF4-FFF2-40B4-BE49-F238E27FC236}">
                <a16:creationId xmlns:a16="http://schemas.microsoft.com/office/drawing/2014/main" id="{2E75FE2A-85F2-4E88-993A-E42E94BA58BC}"/>
              </a:ext>
            </a:extLst>
          </p:cNvPr>
          <p:cNvSpPr>
            <a:spLocks xmlns:a="http://schemas.openxmlformats.org/drawingml/2006/main" noGrp="1"/>
          </p:cNvSpPr>
          <p:nvPr/>
        </p:nvSpPr>
        <p:spPr>
          <a:xfrm xmlns:a="http://schemas.openxmlformats.org/drawingml/2006/main">
            <a:off x="8572500" y="3952875"/>
            <a:ext cx="27813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0">
                <a:solidFill>
                  <a:srgbClr val="FFFFFF"/>
                </a:solidFill>
                <a:latin typeface="Segoe UI"/>
                <a:ea typeface="Segoe UI"/>
                <a:cs typeface="Segoe UI"/>
              </a:defRPr>
            </a:defPPr>
            <a:lvl1pPr algn="l">
              <a:defRPr sz="1275" b="0">
                <a:solidFill>
                  <a:srgbClr val="FFFFFF"/>
                </a:solidFill>
                <a:latin typeface="Segoe UI"/>
                <a:ea typeface="Segoe UI"/>
                <a:cs typeface="Segoe UI"/>
              </a:defRPr>
            </a:lvl1pPr>
            <a:lvl2pPr algn="l">
              <a:defRPr sz="1275" b="0">
                <a:solidFill>
                  <a:srgbClr val="FFFFFF"/>
                </a:solidFill>
                <a:latin typeface="Segoe UI"/>
                <a:ea typeface="Segoe UI"/>
                <a:cs typeface="Segoe UI"/>
              </a:defRPr>
            </a:lvl2pPr>
            <a:lvl3pPr algn="l">
              <a:defRPr sz="1275" b="0">
                <a:solidFill>
                  <a:srgbClr val="FFFFFF"/>
                </a:solidFill>
                <a:latin typeface="Segoe UI"/>
                <a:ea typeface="Segoe UI"/>
                <a:cs typeface="Segoe UI"/>
              </a:defRPr>
            </a:lvl3pPr>
            <a:lvl4pPr algn="l">
              <a:defRPr sz="1275" b="0">
                <a:solidFill>
                  <a:srgbClr val="FFFFFF"/>
                </a:solidFill>
                <a:latin typeface="Segoe UI"/>
                <a:ea typeface="Segoe UI"/>
                <a:cs typeface="Segoe UI"/>
              </a:defRPr>
            </a:lvl4pPr>
            <a:lvl5pPr algn="l">
              <a:defRPr sz="1275" b="0">
                <a:solidFill>
                  <a:srgbClr val="FFFFFF"/>
                </a:solidFill>
                <a:latin typeface="Segoe UI"/>
                <a:ea typeface="Segoe UI"/>
                <a:cs typeface="Segoe UI"/>
              </a:defRPr>
            </a:lvl5pPr>
            <a:lvl6pPr algn="l">
              <a:defRPr sz="1275" b="0">
                <a:solidFill>
                  <a:srgbClr val="FFFFFF"/>
                </a:solidFill>
                <a:latin typeface="Segoe UI"/>
                <a:ea typeface="Segoe UI"/>
                <a:cs typeface="Segoe UI"/>
              </a:defRPr>
            </a:lvl6pPr>
            <a:lvl7pPr algn="l">
              <a:defRPr sz="1275" b="0">
                <a:solidFill>
                  <a:srgbClr val="FFFFFF"/>
                </a:solidFill>
                <a:latin typeface="Segoe UI"/>
                <a:ea typeface="Segoe UI"/>
                <a:cs typeface="Segoe UI"/>
              </a:defRPr>
            </a:lvl7pPr>
            <a:lvl8pPr algn="l">
              <a:defRPr sz="1275" b="0">
                <a:solidFill>
                  <a:srgbClr val="FFFFFF"/>
                </a:solidFill>
                <a:latin typeface="Segoe UI"/>
                <a:ea typeface="Segoe UI"/>
                <a:cs typeface="Segoe UI"/>
              </a:defRPr>
            </a:lvl8pPr>
            <a:lvl9pPr algn="l">
              <a:defRPr sz="1275" b="0">
                <a:solidFill>
                  <a:srgbClr val="FFFFFF"/>
                </a:solidFill>
                <a:latin typeface="Segoe UI"/>
                <a:ea typeface="Segoe UI"/>
                <a:cs typeface="Segoe UI"/>
              </a:defRPr>
            </a:lvl9pPr>
          </a:lstStyle>
          <a:p xmlns:a="http://schemas.openxmlformats.org/drawingml/2006/main">
            <a:pPr algn="l">
              <a:defRPr sz="1275" b="0">
                <a:solidFill>
                  <a:srgbClr val="FFFFFF"/>
                </a:solidFill>
                <a:latin typeface="Segoe UI"/>
                <a:ea typeface="Segoe UI"/>
                <a:cs typeface="Segoe UI"/>
              </a:defRPr>
            </a:pPr>
            <a:r>
              <a:rPr sz="1275" b="0">
                <a:solidFill>
                  <a:srgbClr val="FFFFFF"/>
                </a:solidFill>
                <a:latin typeface="Segoe UI"/>
                <a:ea typeface="Segoe UI"/>
                <a:cs typeface="Segoe UI"/>
              </a:rPr>
              <a:t>APK, cuentas, eventos, catálogo, API y tiempo real</a:t>
            </a:r>
          </a:p>
        </p:txBody>
      </p:sp>
      <p:sp>
        <p:nvSpPr>
          <p:cNvPr id="8" name="">
            <a:extLst xmlns:a="http://schemas.openxmlformats.org/drawingml/2006/main">
              <a:ext uri="{FF2B5EF4-FFF2-40B4-BE49-F238E27FC236}">
                <a16:creationId xmlns:a16="http://schemas.microsoft.com/office/drawing/2014/main" id="{99027831-74B5-4F9B-ADC9-7F8E97952189}"/>
              </a:ext>
            </a:extLst>
          </p:cNvPr>
          <p:cNvSpPr>
            <a:spLocks xmlns:a="http://schemas.openxmlformats.org/drawingml/2006/main" noGrp="1"/>
          </p:cNvSpPr>
          <p:nvPr/>
        </p:nvSpPr>
        <p:spPr>
          <a:xfrm xmlns:a="http://schemas.openxmlformats.org/drawingml/2006/main">
            <a:off x="6505575" y="4543425"/>
            <a:ext cx="20764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FFD16A"/>
                </a:solidFill>
                <a:latin typeface="Segoe UI"/>
                <a:ea typeface="Segoe UI"/>
                <a:cs typeface="Segoe UI"/>
              </a:defRPr>
            </a:defPPr>
            <a:lvl1pPr algn="l">
              <a:defRPr sz="1650" b="1">
                <a:solidFill>
                  <a:srgbClr val="FFD16A"/>
                </a:solidFill>
                <a:latin typeface="Segoe UI"/>
                <a:ea typeface="Segoe UI"/>
                <a:cs typeface="Segoe UI"/>
              </a:defRPr>
            </a:lvl1pPr>
            <a:lvl2pPr algn="l">
              <a:defRPr sz="1650" b="1">
                <a:solidFill>
                  <a:srgbClr val="FFD16A"/>
                </a:solidFill>
                <a:latin typeface="Segoe UI"/>
                <a:ea typeface="Segoe UI"/>
                <a:cs typeface="Segoe UI"/>
              </a:defRPr>
            </a:lvl2pPr>
            <a:lvl3pPr algn="l">
              <a:defRPr sz="1650" b="1">
                <a:solidFill>
                  <a:srgbClr val="FFD16A"/>
                </a:solidFill>
                <a:latin typeface="Segoe UI"/>
                <a:ea typeface="Segoe UI"/>
                <a:cs typeface="Segoe UI"/>
              </a:defRPr>
            </a:lvl3pPr>
            <a:lvl4pPr algn="l">
              <a:defRPr sz="1650" b="1">
                <a:solidFill>
                  <a:srgbClr val="FFD16A"/>
                </a:solidFill>
                <a:latin typeface="Segoe UI"/>
                <a:ea typeface="Segoe UI"/>
                <a:cs typeface="Segoe UI"/>
              </a:defRPr>
            </a:lvl4pPr>
            <a:lvl5pPr algn="l">
              <a:defRPr sz="1650" b="1">
                <a:solidFill>
                  <a:srgbClr val="FFD16A"/>
                </a:solidFill>
                <a:latin typeface="Segoe UI"/>
                <a:ea typeface="Segoe UI"/>
                <a:cs typeface="Segoe UI"/>
              </a:defRPr>
            </a:lvl5pPr>
            <a:lvl6pPr algn="l">
              <a:defRPr sz="1650" b="1">
                <a:solidFill>
                  <a:srgbClr val="FFD16A"/>
                </a:solidFill>
                <a:latin typeface="Segoe UI"/>
                <a:ea typeface="Segoe UI"/>
                <a:cs typeface="Segoe UI"/>
              </a:defRPr>
            </a:lvl6pPr>
            <a:lvl7pPr algn="l">
              <a:defRPr sz="1650" b="1">
                <a:solidFill>
                  <a:srgbClr val="FFD16A"/>
                </a:solidFill>
                <a:latin typeface="Segoe UI"/>
                <a:ea typeface="Segoe UI"/>
                <a:cs typeface="Segoe UI"/>
              </a:defRPr>
            </a:lvl7pPr>
            <a:lvl8pPr algn="l">
              <a:defRPr sz="1650" b="1">
                <a:solidFill>
                  <a:srgbClr val="FFD16A"/>
                </a:solidFill>
                <a:latin typeface="Segoe UI"/>
                <a:ea typeface="Segoe UI"/>
                <a:cs typeface="Segoe UI"/>
              </a:defRPr>
            </a:lvl8pPr>
            <a:lvl9pPr algn="l">
              <a:defRPr sz="1650" b="1">
                <a:solidFill>
                  <a:srgbClr val="FFD16A"/>
                </a:solidFill>
                <a:latin typeface="Segoe UI"/>
                <a:ea typeface="Segoe UI"/>
                <a:cs typeface="Segoe UI"/>
              </a:defRPr>
            </a:lvl9pPr>
          </a:lstStyle>
          <a:p xmlns:a="http://schemas.openxmlformats.org/drawingml/2006/main">
            <a:pPr algn="l">
              <a:defRPr sz="1650" b="1">
                <a:solidFill>
                  <a:srgbClr val="FFD16A"/>
                </a:solidFill>
                <a:latin typeface="Segoe UI"/>
                <a:ea typeface="Segoe UI"/>
                <a:cs typeface="Segoe UI"/>
              </a:defRPr>
            </a:pPr>
            <a:r>
              <a:rPr sz="1650" b="1">
                <a:solidFill>
                  <a:srgbClr val="FFD16A"/>
                </a:solidFill>
                <a:latin typeface="Segoe UI"/>
                <a:ea typeface="Segoe UI"/>
                <a:cs typeface="Segoe UI"/>
              </a:rPr>
              <a:t>2 parciales</a:t>
            </a:r>
          </a:p>
        </p:txBody>
      </p:sp>
      <p:sp>
        <p:nvSpPr>
          <p:cNvPr id="9" name="">
            <a:extLst xmlns:a="http://schemas.openxmlformats.org/drawingml/2006/main">
              <a:ext uri="{FF2B5EF4-FFF2-40B4-BE49-F238E27FC236}">
                <a16:creationId xmlns:a16="http://schemas.microsoft.com/office/drawing/2014/main" id="{6EDD17A1-7B2A-4874-A7B1-7A8A5E629845}"/>
              </a:ext>
            </a:extLst>
          </p:cNvPr>
          <p:cNvSpPr>
            <a:spLocks xmlns:a="http://schemas.openxmlformats.org/drawingml/2006/main" noGrp="1"/>
          </p:cNvSpPr>
          <p:nvPr/>
        </p:nvSpPr>
        <p:spPr>
          <a:xfrm xmlns:a="http://schemas.openxmlformats.org/drawingml/2006/main">
            <a:off x="8572500" y="4543425"/>
            <a:ext cx="27813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0">
                <a:solidFill>
                  <a:srgbClr val="FFFFFF"/>
                </a:solidFill>
                <a:latin typeface="Segoe UI"/>
                <a:ea typeface="Segoe UI"/>
                <a:cs typeface="Segoe UI"/>
              </a:defRPr>
            </a:defPPr>
            <a:lvl1pPr algn="l">
              <a:defRPr sz="1275" b="0">
                <a:solidFill>
                  <a:srgbClr val="FFFFFF"/>
                </a:solidFill>
                <a:latin typeface="Segoe UI"/>
                <a:ea typeface="Segoe UI"/>
                <a:cs typeface="Segoe UI"/>
              </a:defRPr>
            </a:lvl1pPr>
            <a:lvl2pPr algn="l">
              <a:defRPr sz="1275" b="0">
                <a:solidFill>
                  <a:srgbClr val="FFFFFF"/>
                </a:solidFill>
                <a:latin typeface="Segoe UI"/>
                <a:ea typeface="Segoe UI"/>
                <a:cs typeface="Segoe UI"/>
              </a:defRPr>
            </a:lvl2pPr>
            <a:lvl3pPr algn="l">
              <a:defRPr sz="1275" b="0">
                <a:solidFill>
                  <a:srgbClr val="FFFFFF"/>
                </a:solidFill>
                <a:latin typeface="Segoe UI"/>
                <a:ea typeface="Segoe UI"/>
                <a:cs typeface="Segoe UI"/>
              </a:defRPr>
            </a:lvl3pPr>
            <a:lvl4pPr algn="l">
              <a:defRPr sz="1275" b="0">
                <a:solidFill>
                  <a:srgbClr val="FFFFFF"/>
                </a:solidFill>
                <a:latin typeface="Segoe UI"/>
                <a:ea typeface="Segoe UI"/>
                <a:cs typeface="Segoe UI"/>
              </a:defRPr>
            </a:lvl4pPr>
            <a:lvl5pPr algn="l">
              <a:defRPr sz="1275" b="0">
                <a:solidFill>
                  <a:srgbClr val="FFFFFF"/>
                </a:solidFill>
                <a:latin typeface="Segoe UI"/>
                <a:ea typeface="Segoe UI"/>
                <a:cs typeface="Segoe UI"/>
              </a:defRPr>
            </a:lvl5pPr>
            <a:lvl6pPr algn="l">
              <a:defRPr sz="1275" b="0">
                <a:solidFill>
                  <a:srgbClr val="FFFFFF"/>
                </a:solidFill>
                <a:latin typeface="Segoe UI"/>
                <a:ea typeface="Segoe UI"/>
                <a:cs typeface="Segoe UI"/>
              </a:defRPr>
            </a:lvl6pPr>
            <a:lvl7pPr algn="l">
              <a:defRPr sz="1275" b="0">
                <a:solidFill>
                  <a:srgbClr val="FFFFFF"/>
                </a:solidFill>
                <a:latin typeface="Segoe UI"/>
                <a:ea typeface="Segoe UI"/>
                <a:cs typeface="Segoe UI"/>
              </a:defRPr>
            </a:lvl7pPr>
            <a:lvl8pPr algn="l">
              <a:defRPr sz="1275" b="0">
                <a:solidFill>
                  <a:srgbClr val="FFFFFF"/>
                </a:solidFill>
                <a:latin typeface="Segoe UI"/>
                <a:ea typeface="Segoe UI"/>
                <a:cs typeface="Segoe UI"/>
              </a:defRPr>
            </a:lvl8pPr>
            <a:lvl9pPr algn="l">
              <a:defRPr sz="1275" b="0">
                <a:solidFill>
                  <a:srgbClr val="FFFFFF"/>
                </a:solidFill>
                <a:latin typeface="Segoe UI"/>
                <a:ea typeface="Segoe UI"/>
                <a:cs typeface="Segoe UI"/>
              </a:defRPr>
            </a:lvl9pPr>
          </a:lstStyle>
          <a:p xmlns:a="http://schemas.openxmlformats.org/drawingml/2006/main">
            <a:pPr algn="l">
              <a:defRPr sz="1275" b="0">
                <a:solidFill>
                  <a:srgbClr val="FFFFFF"/>
                </a:solidFill>
                <a:latin typeface="Segoe UI"/>
                <a:ea typeface="Segoe UI"/>
                <a:cs typeface="Segoe UI"/>
              </a:defRPr>
            </a:pPr>
            <a:r>
              <a:rPr sz="1275" b="0">
                <a:solidFill>
                  <a:srgbClr val="FFFFFF"/>
                </a:solidFill>
                <a:latin typeface="Segoe UI"/>
                <a:ea typeface="Segoe UI"/>
                <a:cs typeface="Segoe UI"/>
              </a:rPr>
              <a:t>Pago Sandbox y validación integral</a:t>
            </a:r>
          </a:p>
        </p:txBody>
      </p:sp>
      <p:sp>
        <p:nvSpPr>
          <p:cNvPr id="10" name="">
            <a:extLst xmlns:a="http://schemas.openxmlformats.org/drawingml/2006/main">
              <a:ext uri="{FF2B5EF4-FFF2-40B4-BE49-F238E27FC236}">
                <a16:creationId xmlns:a16="http://schemas.microsoft.com/office/drawing/2014/main" id="{8625B2CD-8A2F-4233-A196-2412441E8B12}"/>
              </a:ext>
            </a:extLst>
          </p:cNvPr>
          <p:cNvSpPr>
            <a:spLocks xmlns:a="http://schemas.openxmlformats.org/drawingml/2006/main" noGrp="1"/>
          </p:cNvSpPr>
          <p:nvPr/>
        </p:nvSpPr>
        <p:spPr>
          <a:xfrm xmlns:a="http://schemas.openxmlformats.org/drawingml/2006/main">
            <a:off x="6505575" y="5133975"/>
            <a:ext cx="20764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B5C3FF"/>
                </a:solidFill>
                <a:latin typeface="Segoe UI"/>
                <a:ea typeface="Segoe UI"/>
                <a:cs typeface="Segoe UI"/>
              </a:defRPr>
            </a:defPPr>
            <a:lvl1pPr algn="l">
              <a:defRPr sz="1650" b="1">
                <a:solidFill>
                  <a:srgbClr val="B5C3FF"/>
                </a:solidFill>
                <a:latin typeface="Segoe UI"/>
                <a:ea typeface="Segoe UI"/>
                <a:cs typeface="Segoe UI"/>
              </a:defRPr>
            </a:lvl1pPr>
            <a:lvl2pPr algn="l">
              <a:defRPr sz="1650" b="1">
                <a:solidFill>
                  <a:srgbClr val="B5C3FF"/>
                </a:solidFill>
                <a:latin typeface="Segoe UI"/>
                <a:ea typeface="Segoe UI"/>
                <a:cs typeface="Segoe UI"/>
              </a:defRPr>
            </a:lvl2pPr>
            <a:lvl3pPr algn="l">
              <a:defRPr sz="1650" b="1">
                <a:solidFill>
                  <a:srgbClr val="B5C3FF"/>
                </a:solidFill>
                <a:latin typeface="Segoe UI"/>
                <a:ea typeface="Segoe UI"/>
                <a:cs typeface="Segoe UI"/>
              </a:defRPr>
            </a:lvl3pPr>
            <a:lvl4pPr algn="l">
              <a:defRPr sz="1650" b="1">
                <a:solidFill>
                  <a:srgbClr val="B5C3FF"/>
                </a:solidFill>
                <a:latin typeface="Segoe UI"/>
                <a:ea typeface="Segoe UI"/>
                <a:cs typeface="Segoe UI"/>
              </a:defRPr>
            </a:lvl4pPr>
            <a:lvl5pPr algn="l">
              <a:defRPr sz="1650" b="1">
                <a:solidFill>
                  <a:srgbClr val="B5C3FF"/>
                </a:solidFill>
                <a:latin typeface="Segoe UI"/>
                <a:ea typeface="Segoe UI"/>
                <a:cs typeface="Segoe UI"/>
              </a:defRPr>
            </a:lvl5pPr>
            <a:lvl6pPr algn="l">
              <a:defRPr sz="1650" b="1">
                <a:solidFill>
                  <a:srgbClr val="B5C3FF"/>
                </a:solidFill>
                <a:latin typeface="Segoe UI"/>
                <a:ea typeface="Segoe UI"/>
                <a:cs typeface="Segoe UI"/>
              </a:defRPr>
            </a:lvl6pPr>
            <a:lvl7pPr algn="l">
              <a:defRPr sz="1650" b="1">
                <a:solidFill>
                  <a:srgbClr val="B5C3FF"/>
                </a:solidFill>
                <a:latin typeface="Segoe UI"/>
                <a:ea typeface="Segoe UI"/>
                <a:cs typeface="Segoe UI"/>
              </a:defRPr>
            </a:lvl7pPr>
            <a:lvl8pPr algn="l">
              <a:defRPr sz="1650" b="1">
                <a:solidFill>
                  <a:srgbClr val="B5C3FF"/>
                </a:solidFill>
                <a:latin typeface="Segoe UI"/>
                <a:ea typeface="Segoe UI"/>
                <a:cs typeface="Segoe UI"/>
              </a:defRPr>
            </a:lvl8pPr>
            <a:lvl9pPr algn="l">
              <a:defRPr sz="1650" b="1">
                <a:solidFill>
                  <a:srgbClr val="B5C3FF"/>
                </a:solidFill>
                <a:latin typeface="Segoe UI"/>
                <a:ea typeface="Segoe UI"/>
                <a:cs typeface="Segoe UI"/>
              </a:defRPr>
            </a:lvl9pPr>
          </a:lstStyle>
          <a:p xmlns:a="http://schemas.openxmlformats.org/drawingml/2006/main">
            <a:pPr algn="l">
              <a:defRPr sz="1650" b="1">
                <a:solidFill>
                  <a:srgbClr val="B5C3FF"/>
                </a:solidFill>
                <a:latin typeface="Segoe UI"/>
                <a:ea typeface="Segoe UI"/>
                <a:cs typeface="Segoe UI"/>
              </a:defRPr>
            </a:pPr>
            <a:r>
              <a:rPr sz="1650" b="1">
                <a:solidFill>
                  <a:srgbClr val="B5C3FF"/>
                </a:solidFill>
                <a:latin typeface="Segoe UI"/>
                <a:ea typeface="Segoe UI"/>
                <a:cs typeface="Segoe UI"/>
              </a:rPr>
              <a:t>2 pendientes</a:t>
            </a:r>
          </a:p>
        </p:txBody>
      </p:sp>
      <p:sp>
        <p:nvSpPr>
          <p:cNvPr id="11" name="">
            <a:extLst xmlns:a="http://schemas.openxmlformats.org/drawingml/2006/main">
              <a:ext uri="{FF2B5EF4-FFF2-40B4-BE49-F238E27FC236}">
                <a16:creationId xmlns:a16="http://schemas.microsoft.com/office/drawing/2014/main" id="{48450AAB-6CFD-49CF-B4D7-A7D09E8E19DB}"/>
              </a:ext>
            </a:extLst>
          </p:cNvPr>
          <p:cNvSpPr>
            <a:spLocks xmlns:a="http://schemas.openxmlformats.org/drawingml/2006/main" noGrp="1"/>
          </p:cNvSpPr>
          <p:nvPr/>
        </p:nvSpPr>
        <p:spPr>
          <a:xfrm xmlns:a="http://schemas.openxmlformats.org/drawingml/2006/main">
            <a:off x="8572500" y="5133975"/>
            <a:ext cx="27813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0">
                <a:solidFill>
                  <a:srgbClr val="FFFFFF"/>
                </a:solidFill>
                <a:latin typeface="Segoe UI"/>
                <a:ea typeface="Segoe UI"/>
                <a:cs typeface="Segoe UI"/>
              </a:defRPr>
            </a:defPPr>
            <a:lvl1pPr algn="l">
              <a:defRPr sz="1275" b="0">
                <a:solidFill>
                  <a:srgbClr val="FFFFFF"/>
                </a:solidFill>
                <a:latin typeface="Segoe UI"/>
                <a:ea typeface="Segoe UI"/>
                <a:cs typeface="Segoe UI"/>
              </a:defRPr>
            </a:lvl1pPr>
            <a:lvl2pPr algn="l">
              <a:defRPr sz="1275" b="0">
                <a:solidFill>
                  <a:srgbClr val="FFFFFF"/>
                </a:solidFill>
                <a:latin typeface="Segoe UI"/>
                <a:ea typeface="Segoe UI"/>
                <a:cs typeface="Segoe UI"/>
              </a:defRPr>
            </a:lvl2pPr>
            <a:lvl3pPr algn="l">
              <a:defRPr sz="1275" b="0">
                <a:solidFill>
                  <a:srgbClr val="FFFFFF"/>
                </a:solidFill>
                <a:latin typeface="Segoe UI"/>
                <a:ea typeface="Segoe UI"/>
                <a:cs typeface="Segoe UI"/>
              </a:defRPr>
            </a:lvl3pPr>
            <a:lvl4pPr algn="l">
              <a:defRPr sz="1275" b="0">
                <a:solidFill>
                  <a:srgbClr val="FFFFFF"/>
                </a:solidFill>
                <a:latin typeface="Segoe UI"/>
                <a:ea typeface="Segoe UI"/>
                <a:cs typeface="Segoe UI"/>
              </a:defRPr>
            </a:lvl4pPr>
            <a:lvl5pPr algn="l">
              <a:defRPr sz="1275" b="0">
                <a:solidFill>
                  <a:srgbClr val="FFFFFF"/>
                </a:solidFill>
                <a:latin typeface="Segoe UI"/>
                <a:ea typeface="Segoe UI"/>
                <a:cs typeface="Segoe UI"/>
              </a:defRPr>
            </a:lvl5pPr>
            <a:lvl6pPr algn="l">
              <a:defRPr sz="1275" b="0">
                <a:solidFill>
                  <a:srgbClr val="FFFFFF"/>
                </a:solidFill>
                <a:latin typeface="Segoe UI"/>
                <a:ea typeface="Segoe UI"/>
                <a:cs typeface="Segoe UI"/>
              </a:defRPr>
            </a:lvl6pPr>
            <a:lvl7pPr algn="l">
              <a:defRPr sz="1275" b="0">
                <a:solidFill>
                  <a:srgbClr val="FFFFFF"/>
                </a:solidFill>
                <a:latin typeface="Segoe UI"/>
                <a:ea typeface="Segoe UI"/>
                <a:cs typeface="Segoe UI"/>
              </a:defRPr>
            </a:lvl7pPr>
            <a:lvl8pPr algn="l">
              <a:defRPr sz="1275" b="0">
                <a:solidFill>
                  <a:srgbClr val="FFFFFF"/>
                </a:solidFill>
                <a:latin typeface="Segoe UI"/>
                <a:ea typeface="Segoe UI"/>
                <a:cs typeface="Segoe UI"/>
              </a:defRPr>
            </a:lvl8pPr>
            <a:lvl9pPr algn="l">
              <a:defRPr sz="1275" b="0">
                <a:solidFill>
                  <a:srgbClr val="FFFFFF"/>
                </a:solidFill>
                <a:latin typeface="Segoe UI"/>
                <a:ea typeface="Segoe UI"/>
                <a:cs typeface="Segoe UI"/>
              </a:defRPr>
            </a:lvl9pPr>
          </a:lstStyle>
          <a:p xmlns:a="http://schemas.openxmlformats.org/drawingml/2006/main">
            <a:pPr algn="l">
              <a:defRPr sz="1275" b="0">
                <a:solidFill>
                  <a:srgbClr val="FFFFFF"/>
                </a:solidFill>
                <a:latin typeface="Segoe UI"/>
                <a:ea typeface="Segoe UI"/>
                <a:cs typeface="Segoe UI"/>
              </a:defRPr>
            </a:pPr>
            <a:r>
              <a:rPr sz="1275" b="0">
                <a:solidFill>
                  <a:srgbClr val="FFFFFF"/>
                </a:solidFill>
                <a:latin typeface="Segoe UI"/>
                <a:ea typeface="Segoe UI"/>
                <a:cs typeface="Segoe UI"/>
              </a:rPr>
              <a:t>QR con cámara y despliegue beta</a:t>
            </a:r>
          </a:p>
        </p:txBody>
      </p:sp>
      <p:sp>
        <p:nvSpPr>
          <p:cNvPr id="12" name="">
            <a:extLst xmlns:a="http://schemas.openxmlformats.org/drawingml/2006/main">
              <a:ext uri="{FF2B5EF4-FFF2-40B4-BE49-F238E27FC236}">
                <a16:creationId xmlns:a16="http://schemas.microsoft.com/office/drawing/2014/main" id="{527BC43B-13AE-4AEE-97F3-9E194E2FED19}"/>
              </a:ext>
            </a:extLst>
          </p:cNvPr>
          <p:cNvSpPr>
            <a:spLocks xmlns:a="http://schemas.openxmlformats.org/drawingml/2006/main" noGrp="1"/>
          </p:cNvSpPr>
          <p:nvPr/>
        </p:nvSpPr>
        <p:spPr>
          <a:xfrm xmlns:a="http://schemas.openxmlformats.org/drawingml/2006/main">
            <a:off x="6505575" y="6067425"/>
            <a:ext cx="4876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0">
                <a:solidFill>
                  <a:srgbClr val="B5C3FF"/>
                </a:solidFill>
                <a:latin typeface="Segoe UI"/>
                <a:ea typeface="Segoe UI"/>
                <a:cs typeface="Segoe UI"/>
              </a:defRPr>
            </a:defPPr>
            <a:lvl1pPr algn="l">
              <a:defRPr sz="1200" b="0">
                <a:solidFill>
                  <a:srgbClr val="B5C3FF"/>
                </a:solidFill>
                <a:latin typeface="Segoe UI"/>
                <a:ea typeface="Segoe UI"/>
                <a:cs typeface="Segoe UI"/>
              </a:defRPr>
            </a:lvl1pPr>
            <a:lvl2pPr algn="l">
              <a:defRPr sz="1200" b="0">
                <a:solidFill>
                  <a:srgbClr val="B5C3FF"/>
                </a:solidFill>
                <a:latin typeface="Segoe UI"/>
                <a:ea typeface="Segoe UI"/>
                <a:cs typeface="Segoe UI"/>
              </a:defRPr>
            </a:lvl2pPr>
            <a:lvl3pPr algn="l">
              <a:defRPr sz="1200" b="0">
                <a:solidFill>
                  <a:srgbClr val="B5C3FF"/>
                </a:solidFill>
                <a:latin typeface="Segoe UI"/>
                <a:ea typeface="Segoe UI"/>
                <a:cs typeface="Segoe UI"/>
              </a:defRPr>
            </a:lvl3pPr>
            <a:lvl4pPr algn="l">
              <a:defRPr sz="1200" b="0">
                <a:solidFill>
                  <a:srgbClr val="B5C3FF"/>
                </a:solidFill>
                <a:latin typeface="Segoe UI"/>
                <a:ea typeface="Segoe UI"/>
                <a:cs typeface="Segoe UI"/>
              </a:defRPr>
            </a:lvl4pPr>
            <a:lvl5pPr algn="l">
              <a:defRPr sz="1200" b="0">
                <a:solidFill>
                  <a:srgbClr val="B5C3FF"/>
                </a:solidFill>
                <a:latin typeface="Segoe UI"/>
                <a:ea typeface="Segoe UI"/>
                <a:cs typeface="Segoe UI"/>
              </a:defRPr>
            </a:lvl5pPr>
            <a:lvl6pPr algn="l">
              <a:defRPr sz="1200" b="0">
                <a:solidFill>
                  <a:srgbClr val="B5C3FF"/>
                </a:solidFill>
                <a:latin typeface="Segoe UI"/>
                <a:ea typeface="Segoe UI"/>
                <a:cs typeface="Segoe UI"/>
              </a:defRPr>
            </a:lvl6pPr>
            <a:lvl7pPr algn="l">
              <a:defRPr sz="1200" b="0">
                <a:solidFill>
                  <a:srgbClr val="B5C3FF"/>
                </a:solidFill>
                <a:latin typeface="Segoe UI"/>
                <a:ea typeface="Segoe UI"/>
                <a:cs typeface="Segoe UI"/>
              </a:defRPr>
            </a:lvl7pPr>
            <a:lvl8pPr algn="l">
              <a:defRPr sz="1200" b="0">
                <a:solidFill>
                  <a:srgbClr val="B5C3FF"/>
                </a:solidFill>
                <a:latin typeface="Segoe UI"/>
                <a:ea typeface="Segoe UI"/>
                <a:cs typeface="Segoe UI"/>
              </a:defRPr>
            </a:lvl8pPr>
            <a:lvl9pPr algn="l">
              <a:defRPr sz="1200" b="0">
                <a:solidFill>
                  <a:srgbClr val="B5C3FF"/>
                </a:solidFill>
                <a:latin typeface="Segoe UI"/>
                <a:ea typeface="Segoe UI"/>
                <a:cs typeface="Segoe UI"/>
              </a:defRPr>
            </a:lvl9pPr>
          </a:lstStyle>
          <a:p xmlns:a="http://schemas.openxmlformats.org/drawingml/2006/main">
            <a:pPr algn="l">
              <a:defRPr sz="1200" b="0">
                <a:solidFill>
                  <a:srgbClr val="B5C3FF"/>
                </a:solidFill>
                <a:latin typeface="Segoe UI"/>
                <a:ea typeface="Segoe UI"/>
                <a:cs typeface="Segoe UI"/>
              </a:defRPr>
            </a:pPr>
            <a:r>
              <a:rPr sz="1200" b="0">
                <a:solidFill>
                  <a:srgbClr val="B5C3FF"/>
                </a:solidFill>
                <a:latin typeface="Segoe UI"/>
                <a:ea typeface="Segoe UI"/>
                <a:cs typeface="Segoe UI"/>
              </a:rPr>
              <a:t>Criterio: (6 + 2 × 0,5) ÷ 10. Validar con el equipo.</a:t>
            </a:r>
          </a:p>
        </p:txBody>
      </p:sp>
    </p:spTree>
    <p:extLst>
      <p:ext uri="{BB962C8B-B14F-4D97-AF65-F5344CB8AC3E}">
        <p14:creationId xmlns:p14="http://schemas.microsoft.com/office/powerpoint/2010/main" val="2024452925"/>
      </p:ext>
    </p:extLst>
  </p:cSld>
</p:sld>
</file>

<file path=ppt/slides/slide4.xml><?xml version="1.0" encoding="utf-8"?>
<p:sld xmlns:p="http://schemas.openxmlformats.org/presentationml/2006/main">
  <p:cSld>
    <p:bg>
      <p:bgPr>
        <a:solidFill xmlns:a="http://schemas.openxmlformats.org/drawingml/2006/main">
          <a:srgbClr val="05060F"/>
        </a:solidFill>
      </p:bgPr>
    </p:bg>
    <p:spTree>
      <p:nvGrpSpPr>
        <p:cNvPr id="1" name=""/>
        <p:cNvGrpSpPr/>
        <p:nvPr/>
      </p:nvGrpSpPr>
      <p:grpSpPr>
        <a:xfrm xmlns:a="http://schemas.openxmlformats.org/drawingml/2006/main"/>
      </p:grpSpPr>
      <p:cxnSp>
        <p:nvCxnSpPr>
          <p:cNvPr id="21" name="">
            <a:extLst xmlns:a="http://schemas.openxmlformats.org/drawingml/2006/main">
              <a:ext uri="{FF2B5EF4-FFF2-40B4-BE49-F238E27FC236}">
                <a16:creationId xmlns:a16="http://schemas.microsoft.com/office/drawing/2014/main" id="{B43936C1-18A9-4D1E-A3AC-091F5929F921}"/>
              </a:ext>
            </a:extLst>
          </p:cNvPr>
          <p:cNvCxnSpPr>
            <a:stCxn xmlns:a="http://schemas.openxmlformats.org/drawingml/2006/main" id="7" idx="2"/>
            <a:endCxn xmlns:a="http://schemas.openxmlformats.org/drawingml/2006/main" id="17" idx="0"/>
          </p:cNvCxnSpPr>
          <p:nvPr/>
        </p:nvCxnSpPr>
        <p:spPr>
          <a:xfrm xmlns:a="http://schemas.openxmlformats.org/drawingml/2006/main">
            <a:off x="6105525" y="3505200"/>
            <a:ext cx="3910013" cy="1019175"/>
          </a:xfrm>
          <a:prstGeom xmlns:a="http://schemas.openxmlformats.org/drawingml/2006/main" prst="straightConnector1">
            <a:avLst/>
          </a:prstGeom>
          <a:ln xmlns:a="http://schemas.openxmlformats.org/drawingml/2006/main" w="19050">
            <a:solidFill>
              <a:srgbClr val="FFD16A"/>
            </a:solidFill>
            <a:prstDash val="solid"/>
          </a:ln>
        </p:spPr>
      </p:cxnSp>
      <p:cxnSp>
        <p:nvCxnSpPr>
          <p:cNvPr id="20" name="">
            <a:extLst xmlns:a="http://schemas.openxmlformats.org/drawingml/2006/main">
              <a:ext uri="{FF2B5EF4-FFF2-40B4-BE49-F238E27FC236}">
                <a16:creationId xmlns:a16="http://schemas.microsoft.com/office/drawing/2014/main" id="{521DB635-34E5-43B2-BC65-FB133E325A88}"/>
              </a:ext>
            </a:extLst>
          </p:cNvPr>
          <p:cNvCxnSpPr>
            <a:stCxn xmlns:a="http://schemas.openxmlformats.org/drawingml/2006/main" id="7" idx="2"/>
            <a:endCxn xmlns:a="http://schemas.openxmlformats.org/drawingml/2006/main" id="15" idx="0"/>
          </p:cNvCxnSpPr>
          <p:nvPr/>
        </p:nvCxnSpPr>
        <p:spPr>
          <a:xfrm xmlns:a="http://schemas.openxmlformats.org/drawingml/2006/main" flipH="1">
            <a:off x="6096000" y="3505200"/>
            <a:ext cx="9525" cy="1019175"/>
          </a:xfrm>
          <a:prstGeom xmlns:a="http://schemas.openxmlformats.org/drawingml/2006/main" prst="straightConnector1">
            <a:avLst/>
          </a:prstGeom>
          <a:ln xmlns:a="http://schemas.openxmlformats.org/drawingml/2006/main" w="19050">
            <a:solidFill>
              <a:srgbClr val="B5C3FF"/>
            </a:solidFill>
            <a:prstDash val="solid"/>
          </a:ln>
        </p:spPr>
      </p:cxnSp>
      <p:cxnSp>
        <p:nvCxnSpPr>
          <p:cNvPr id="19" name="">
            <a:extLst xmlns:a="http://schemas.openxmlformats.org/drawingml/2006/main">
              <a:ext uri="{FF2B5EF4-FFF2-40B4-BE49-F238E27FC236}">
                <a16:creationId xmlns:a16="http://schemas.microsoft.com/office/drawing/2014/main" id="{5EB54ED6-E959-4972-9FFF-41DF2BC2639B}"/>
              </a:ext>
            </a:extLst>
          </p:cNvPr>
          <p:cNvCxnSpPr>
            <a:stCxn xmlns:a="http://schemas.openxmlformats.org/drawingml/2006/main" id="13" idx="0"/>
            <a:endCxn xmlns:a="http://schemas.openxmlformats.org/drawingml/2006/main" id="7" idx="2"/>
          </p:cNvCxnSpPr>
          <p:nvPr/>
        </p:nvCxnSpPr>
        <p:spPr>
          <a:xfrm xmlns:a="http://schemas.openxmlformats.org/drawingml/2006/main" flipV="1">
            <a:off x="2181225" y="3505200"/>
            <a:ext cx="3924300" cy="1019175"/>
          </a:xfrm>
          <a:prstGeom xmlns:a="http://schemas.openxmlformats.org/drawingml/2006/main" prst="straightConnector1">
            <a:avLst/>
          </a:prstGeom>
          <a:ln xmlns:a="http://schemas.openxmlformats.org/drawingml/2006/main" w="19050">
            <a:solidFill>
              <a:srgbClr val="B5C3FF"/>
            </a:solidFill>
            <a:prstDash val="solid"/>
          </a:ln>
        </p:spPr>
      </p:cxnSp>
      <p:cxnSp>
        <p:nvCxnSpPr>
          <p:cNvPr id="12" name="">
            <a:extLst xmlns:a="http://schemas.openxmlformats.org/drawingml/2006/main">
              <a:ext uri="{FF2B5EF4-FFF2-40B4-BE49-F238E27FC236}">
                <a16:creationId xmlns:a16="http://schemas.microsoft.com/office/drawing/2014/main" id="{E897AD1A-8F03-4575-B27E-491541B018B9}"/>
              </a:ext>
            </a:extLst>
          </p:cNvPr>
          <p:cNvCxnSpPr>
            <a:stCxn xmlns:a="http://schemas.openxmlformats.org/drawingml/2006/main" id="7" idx="3"/>
            <a:endCxn xmlns:a="http://schemas.openxmlformats.org/drawingml/2006/main" id="9" idx="1"/>
          </p:cNvCxnSpPr>
          <p:nvPr/>
        </p:nvCxnSpPr>
        <p:spPr>
          <a:xfrm xmlns:a="http://schemas.openxmlformats.org/drawingml/2006/main">
            <a:off x="7534275" y="2971800"/>
            <a:ext cx="1257300" cy="0"/>
          </a:xfrm>
          <a:prstGeom xmlns:a="http://schemas.openxmlformats.org/drawingml/2006/main" prst="straightConnector1">
            <a:avLst/>
          </a:prstGeom>
          <a:ln xmlns:a="http://schemas.openxmlformats.org/drawingml/2006/main" w="28575">
            <a:solidFill>
              <a:srgbClr val="70E8FF"/>
            </a:solidFill>
            <a:prstDash val="solid"/>
          </a:ln>
        </p:spPr>
      </p:cxnSp>
      <p:cxnSp>
        <p:nvCxnSpPr>
          <p:cNvPr id="11" name="">
            <a:extLst xmlns:a="http://schemas.openxmlformats.org/drawingml/2006/main">
              <a:ext uri="{FF2B5EF4-FFF2-40B4-BE49-F238E27FC236}">
                <a16:creationId xmlns:a16="http://schemas.microsoft.com/office/drawing/2014/main" id="{5E7CC2BC-E897-4321-BE02-404741B4BCA6}"/>
              </a:ext>
            </a:extLst>
          </p:cNvPr>
          <p:cNvCxnSpPr>
            <a:stCxn xmlns:a="http://schemas.openxmlformats.org/drawingml/2006/main" id="5" idx="3"/>
            <a:endCxn xmlns:a="http://schemas.openxmlformats.org/drawingml/2006/main" id="7" idx="1"/>
          </p:cNvCxnSpPr>
          <p:nvPr/>
        </p:nvCxnSpPr>
        <p:spPr>
          <a:xfrm xmlns:a="http://schemas.openxmlformats.org/drawingml/2006/main">
            <a:off x="3400425" y="2971800"/>
            <a:ext cx="1276350" cy="0"/>
          </a:xfrm>
          <a:prstGeom xmlns:a="http://schemas.openxmlformats.org/drawingml/2006/main" prst="straightConnector1">
            <a:avLst/>
          </a:prstGeom>
          <a:ln xmlns:a="http://schemas.openxmlformats.org/drawingml/2006/main" w="28575">
            <a:solidFill>
              <a:srgbClr val="70E8FF"/>
            </a:solidFill>
            <a:prstDash val="solid"/>
          </a:ln>
        </p:spPr>
      </p:cxnSp>
      <p:sp>
        <p:nvSpPr>
          <p:cNvPr id="23" name="">
            <a:extLst xmlns:a="http://schemas.openxmlformats.org/drawingml/2006/main">
              <a:ext uri="{FF2B5EF4-FFF2-40B4-BE49-F238E27FC236}">
                <a16:creationId xmlns:a16="http://schemas.microsoft.com/office/drawing/2014/main" id="{82A6F06E-A394-4637-BA5E-AB085FB13D3D}"/>
              </a:ext>
            </a:extLst>
          </p:cNvPr>
          <p:cNvSpPr>
            <a:spLocks xmlns:a="http://schemas.openxmlformats.org/drawingml/2006/main" noGrp="1"/>
          </p:cNvSpPr>
          <p:nvPr/>
        </p:nvSpPr>
        <p:spPr>
          <a:xfrm xmlns:a="http://schemas.openxmlformats.org/drawingml/2006/main">
            <a:off x="666750" y="400050"/>
            <a:ext cx="10572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850" b="1">
                <a:solidFill>
                  <a:srgbClr val="FFFFFF"/>
                </a:solidFill>
                <a:latin typeface="Segoe UI"/>
                <a:ea typeface="Segoe UI"/>
                <a:cs typeface="Segoe UI"/>
              </a:defRPr>
            </a:defPPr>
            <a:lvl1pPr algn="l">
              <a:defRPr sz="2850" b="1">
                <a:solidFill>
                  <a:srgbClr val="FFFFFF"/>
                </a:solidFill>
                <a:latin typeface="Segoe UI"/>
                <a:ea typeface="Segoe UI"/>
                <a:cs typeface="Segoe UI"/>
              </a:defRPr>
            </a:lvl1pPr>
            <a:lvl2pPr algn="l">
              <a:defRPr sz="2850" b="1">
                <a:solidFill>
                  <a:srgbClr val="FFFFFF"/>
                </a:solidFill>
                <a:latin typeface="Segoe UI"/>
                <a:ea typeface="Segoe UI"/>
                <a:cs typeface="Segoe UI"/>
              </a:defRPr>
            </a:lvl2pPr>
            <a:lvl3pPr algn="l">
              <a:defRPr sz="2850" b="1">
                <a:solidFill>
                  <a:srgbClr val="FFFFFF"/>
                </a:solidFill>
                <a:latin typeface="Segoe UI"/>
                <a:ea typeface="Segoe UI"/>
                <a:cs typeface="Segoe UI"/>
              </a:defRPr>
            </a:lvl3pPr>
            <a:lvl4pPr algn="l">
              <a:defRPr sz="2850" b="1">
                <a:solidFill>
                  <a:srgbClr val="FFFFFF"/>
                </a:solidFill>
                <a:latin typeface="Segoe UI"/>
                <a:ea typeface="Segoe UI"/>
                <a:cs typeface="Segoe UI"/>
              </a:defRPr>
            </a:lvl4pPr>
            <a:lvl5pPr algn="l">
              <a:defRPr sz="2850" b="1">
                <a:solidFill>
                  <a:srgbClr val="FFFFFF"/>
                </a:solidFill>
                <a:latin typeface="Segoe UI"/>
                <a:ea typeface="Segoe UI"/>
                <a:cs typeface="Segoe UI"/>
              </a:defRPr>
            </a:lvl5pPr>
            <a:lvl6pPr algn="l">
              <a:defRPr sz="2850" b="1">
                <a:solidFill>
                  <a:srgbClr val="FFFFFF"/>
                </a:solidFill>
                <a:latin typeface="Segoe UI"/>
                <a:ea typeface="Segoe UI"/>
                <a:cs typeface="Segoe UI"/>
              </a:defRPr>
            </a:lvl6pPr>
            <a:lvl7pPr algn="l">
              <a:defRPr sz="2850" b="1">
                <a:solidFill>
                  <a:srgbClr val="FFFFFF"/>
                </a:solidFill>
                <a:latin typeface="Segoe UI"/>
                <a:ea typeface="Segoe UI"/>
                <a:cs typeface="Segoe UI"/>
              </a:defRPr>
            </a:lvl7pPr>
            <a:lvl8pPr algn="l">
              <a:defRPr sz="2850" b="1">
                <a:solidFill>
                  <a:srgbClr val="FFFFFF"/>
                </a:solidFill>
                <a:latin typeface="Segoe UI"/>
                <a:ea typeface="Segoe UI"/>
                <a:cs typeface="Segoe UI"/>
              </a:defRPr>
            </a:lvl8pPr>
            <a:lvl9pPr algn="l">
              <a:defRPr sz="2850" b="1">
                <a:solidFill>
                  <a:srgbClr val="FFFFFF"/>
                </a:solidFill>
                <a:latin typeface="Segoe UI"/>
                <a:ea typeface="Segoe UI"/>
                <a:cs typeface="Segoe UI"/>
              </a:defRPr>
            </a:lvl9pPr>
          </a:lstStyle>
          <a:p xmlns:a="http://schemas.openxmlformats.org/drawingml/2006/main">
            <a:pPr algn="l">
              <a:defRPr sz="2850" b="1">
                <a:solidFill>
                  <a:srgbClr val="FFFFFF"/>
                </a:solidFill>
                <a:latin typeface="Segoe UI"/>
                <a:ea typeface="Segoe UI"/>
                <a:cs typeface="Segoe UI"/>
              </a:defRPr>
            </a:pPr>
            <a:r>
              <a:rPr sz="2850" b="1">
                <a:solidFill>
                  <a:srgbClr val="FFFFFF"/>
                </a:solidFill>
                <a:latin typeface="Segoe UI"/>
                <a:ea typeface="Segoe UI"/>
                <a:cs typeface="Segoe UI"/>
              </a:rPr>
              <a:t>Arquitectura de Budsound</a:t>
            </a:r>
          </a:p>
        </p:txBody>
      </p:sp>
      <p:sp>
        <p:nvSpPr>
          <p:cNvPr id="2" name="">
            <a:extLst xmlns:a="http://schemas.openxmlformats.org/drawingml/2006/main">
              <a:ext uri="{FF2B5EF4-FFF2-40B4-BE49-F238E27FC236}">
                <a16:creationId xmlns:a16="http://schemas.microsoft.com/office/drawing/2014/main" id="{BDA6CC68-B5DE-4827-A8AA-DADCD23972B0}"/>
              </a:ext>
            </a:extLst>
          </p:cNvPr>
          <p:cNvSpPr>
            <a:spLocks xmlns:a="http://schemas.openxmlformats.org/drawingml/2006/main" noGrp="1"/>
          </p:cNvSpPr>
          <p:nvPr/>
        </p:nvSpPr>
        <p:spPr>
          <a:xfrm xmlns:a="http://schemas.openxmlformats.org/drawingml/2006/main">
            <a:off x="666750" y="1181100"/>
            <a:ext cx="10858500" cy="0"/>
          </a:xfrm>
          <a:prstGeom xmlns:a="http://schemas.openxmlformats.org/drawingml/2006/main" prst="line">
            <a:avLst/>
          </a:prstGeom>
          <a:noFill xmlns:a="http://schemas.openxmlformats.org/drawingml/2006/main"/>
          <a:ln xmlns:a="http://schemas.openxmlformats.org/drawingml/2006/main" w="11430">
            <a:solidFill>
              <a:srgbClr val="303963"/>
            </a:solidFill>
            <a:prstDash val="solid"/>
          </a:ln>
        </p:spPr>
      </p:sp>
      <p:sp>
        <p:nvSpPr>
          <p:cNvPr id="3" name="">
            <a:extLst xmlns:a="http://schemas.openxmlformats.org/drawingml/2006/main">
              <a:ext uri="{FF2B5EF4-FFF2-40B4-BE49-F238E27FC236}">
                <a16:creationId xmlns:a16="http://schemas.microsoft.com/office/drawing/2014/main" id="{F593A3EF-0451-438F-A068-1D501F6DFD51}"/>
              </a:ext>
            </a:extLst>
          </p:cNvPr>
          <p:cNvSpPr>
            <a:spLocks xmlns:a="http://schemas.openxmlformats.org/drawingml/2006/main" noGrp="1"/>
          </p:cNvSpPr>
          <p:nvPr/>
        </p:nvSpPr>
        <p:spPr>
          <a:xfrm xmlns:a="http://schemas.openxmlformats.org/drawingml/2006/main">
            <a:off x="11210925" y="62103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0">
                <a:solidFill>
                  <a:srgbClr val="B5C3FF"/>
                </a:solidFill>
                <a:latin typeface="Segoe UI"/>
                <a:ea typeface="Segoe UI"/>
                <a:cs typeface="Segoe UI"/>
              </a:defRPr>
            </a:defPPr>
            <a:lvl1pPr algn="r">
              <a:defRPr sz="975" b="0">
                <a:solidFill>
                  <a:srgbClr val="B5C3FF"/>
                </a:solidFill>
                <a:latin typeface="Segoe UI"/>
                <a:ea typeface="Segoe UI"/>
                <a:cs typeface="Segoe UI"/>
              </a:defRPr>
            </a:lvl1pPr>
            <a:lvl2pPr algn="r">
              <a:defRPr sz="975" b="0">
                <a:solidFill>
                  <a:srgbClr val="B5C3FF"/>
                </a:solidFill>
                <a:latin typeface="Segoe UI"/>
                <a:ea typeface="Segoe UI"/>
                <a:cs typeface="Segoe UI"/>
              </a:defRPr>
            </a:lvl2pPr>
            <a:lvl3pPr algn="r">
              <a:defRPr sz="975" b="0">
                <a:solidFill>
                  <a:srgbClr val="B5C3FF"/>
                </a:solidFill>
                <a:latin typeface="Segoe UI"/>
                <a:ea typeface="Segoe UI"/>
                <a:cs typeface="Segoe UI"/>
              </a:defRPr>
            </a:lvl3pPr>
            <a:lvl4pPr algn="r">
              <a:defRPr sz="975" b="0">
                <a:solidFill>
                  <a:srgbClr val="B5C3FF"/>
                </a:solidFill>
                <a:latin typeface="Segoe UI"/>
                <a:ea typeface="Segoe UI"/>
                <a:cs typeface="Segoe UI"/>
              </a:defRPr>
            </a:lvl4pPr>
            <a:lvl5pPr algn="r">
              <a:defRPr sz="975" b="0">
                <a:solidFill>
                  <a:srgbClr val="B5C3FF"/>
                </a:solidFill>
                <a:latin typeface="Segoe UI"/>
                <a:ea typeface="Segoe UI"/>
                <a:cs typeface="Segoe UI"/>
              </a:defRPr>
            </a:lvl5pPr>
            <a:lvl6pPr algn="r">
              <a:defRPr sz="975" b="0">
                <a:solidFill>
                  <a:srgbClr val="B5C3FF"/>
                </a:solidFill>
                <a:latin typeface="Segoe UI"/>
                <a:ea typeface="Segoe UI"/>
                <a:cs typeface="Segoe UI"/>
              </a:defRPr>
            </a:lvl6pPr>
            <a:lvl7pPr algn="r">
              <a:defRPr sz="975" b="0">
                <a:solidFill>
                  <a:srgbClr val="B5C3FF"/>
                </a:solidFill>
                <a:latin typeface="Segoe UI"/>
                <a:ea typeface="Segoe UI"/>
                <a:cs typeface="Segoe UI"/>
              </a:defRPr>
            </a:lvl7pPr>
            <a:lvl8pPr algn="r">
              <a:defRPr sz="975" b="0">
                <a:solidFill>
                  <a:srgbClr val="B5C3FF"/>
                </a:solidFill>
                <a:latin typeface="Segoe UI"/>
                <a:ea typeface="Segoe UI"/>
                <a:cs typeface="Segoe UI"/>
              </a:defRPr>
            </a:lvl8pPr>
            <a:lvl9pPr algn="r">
              <a:defRPr sz="975" b="0">
                <a:solidFill>
                  <a:srgbClr val="B5C3FF"/>
                </a:solidFill>
                <a:latin typeface="Segoe UI"/>
                <a:ea typeface="Segoe UI"/>
                <a:cs typeface="Segoe UI"/>
              </a:defRPr>
            </a:lvl9pPr>
          </a:lstStyle>
          <a:p xmlns:a="http://schemas.openxmlformats.org/drawingml/2006/main">
            <a:pPr algn="r">
              <a:defRPr sz="975" b="0">
                <a:solidFill>
                  <a:srgbClr val="B5C3FF"/>
                </a:solidFill>
                <a:latin typeface="Segoe UI"/>
                <a:ea typeface="Segoe UI"/>
                <a:cs typeface="Segoe UI"/>
              </a:defRPr>
            </a:pPr>
            <a:r>
              <a:rPr sz="975" b="0">
                <a:solidFill>
                  <a:srgbClr val="B5C3FF"/>
                </a:solidFill>
                <a:latin typeface="Segoe UI"/>
                <a:ea typeface="Segoe UI"/>
                <a:cs typeface="Segoe UI"/>
              </a:rPr>
              <a:t>04</a:t>
            </a:r>
          </a:p>
        </p:txBody>
      </p:sp>
      <p:sp>
        <p:nvSpPr>
          <p:cNvPr id="4" name="">
            <a:extLst xmlns:a="http://schemas.openxmlformats.org/drawingml/2006/main">
              <a:ext uri="{FF2B5EF4-FFF2-40B4-BE49-F238E27FC236}">
                <a16:creationId xmlns:a16="http://schemas.microsoft.com/office/drawing/2014/main" id="{D77F36EB-8A0B-4AA3-9A96-83261BE8AA01}"/>
              </a:ext>
            </a:extLst>
          </p:cNvPr>
          <p:cNvSpPr>
            <a:spLocks xmlns:a="http://schemas.openxmlformats.org/drawingml/2006/main" noGrp="1"/>
          </p:cNvSpPr>
          <p:nvPr/>
        </p:nvSpPr>
        <p:spPr>
          <a:xfrm xmlns:a="http://schemas.openxmlformats.org/drawingml/2006/main">
            <a:off x="695325" y="1428750"/>
            <a:ext cx="10477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0">
                <a:solidFill>
                  <a:srgbClr val="B5C3FF"/>
                </a:solidFill>
                <a:latin typeface="Segoe UI"/>
                <a:ea typeface="Segoe UI"/>
                <a:cs typeface="Segoe UI"/>
              </a:defRPr>
            </a:defPPr>
            <a:lvl1pPr algn="l">
              <a:defRPr sz="1725" b="0">
                <a:solidFill>
                  <a:srgbClr val="B5C3FF"/>
                </a:solidFill>
                <a:latin typeface="Segoe UI"/>
                <a:ea typeface="Segoe UI"/>
                <a:cs typeface="Segoe UI"/>
              </a:defRPr>
            </a:lvl1pPr>
            <a:lvl2pPr algn="l">
              <a:defRPr sz="1725" b="0">
                <a:solidFill>
                  <a:srgbClr val="B5C3FF"/>
                </a:solidFill>
                <a:latin typeface="Segoe UI"/>
                <a:ea typeface="Segoe UI"/>
                <a:cs typeface="Segoe UI"/>
              </a:defRPr>
            </a:lvl2pPr>
            <a:lvl3pPr algn="l">
              <a:defRPr sz="1725" b="0">
                <a:solidFill>
                  <a:srgbClr val="B5C3FF"/>
                </a:solidFill>
                <a:latin typeface="Segoe UI"/>
                <a:ea typeface="Segoe UI"/>
                <a:cs typeface="Segoe UI"/>
              </a:defRPr>
            </a:lvl3pPr>
            <a:lvl4pPr algn="l">
              <a:defRPr sz="1725" b="0">
                <a:solidFill>
                  <a:srgbClr val="B5C3FF"/>
                </a:solidFill>
                <a:latin typeface="Segoe UI"/>
                <a:ea typeface="Segoe UI"/>
                <a:cs typeface="Segoe UI"/>
              </a:defRPr>
            </a:lvl4pPr>
            <a:lvl5pPr algn="l">
              <a:defRPr sz="1725" b="0">
                <a:solidFill>
                  <a:srgbClr val="B5C3FF"/>
                </a:solidFill>
                <a:latin typeface="Segoe UI"/>
                <a:ea typeface="Segoe UI"/>
                <a:cs typeface="Segoe UI"/>
              </a:defRPr>
            </a:lvl5pPr>
            <a:lvl6pPr algn="l">
              <a:defRPr sz="1725" b="0">
                <a:solidFill>
                  <a:srgbClr val="B5C3FF"/>
                </a:solidFill>
                <a:latin typeface="Segoe UI"/>
                <a:ea typeface="Segoe UI"/>
                <a:cs typeface="Segoe UI"/>
              </a:defRPr>
            </a:lvl6pPr>
            <a:lvl7pPr algn="l">
              <a:defRPr sz="1725" b="0">
                <a:solidFill>
                  <a:srgbClr val="B5C3FF"/>
                </a:solidFill>
                <a:latin typeface="Segoe UI"/>
                <a:ea typeface="Segoe UI"/>
                <a:cs typeface="Segoe UI"/>
              </a:defRPr>
            </a:lvl7pPr>
            <a:lvl8pPr algn="l">
              <a:defRPr sz="1725" b="0">
                <a:solidFill>
                  <a:srgbClr val="B5C3FF"/>
                </a:solidFill>
                <a:latin typeface="Segoe UI"/>
                <a:ea typeface="Segoe UI"/>
                <a:cs typeface="Segoe UI"/>
              </a:defRPr>
            </a:lvl8pPr>
            <a:lvl9pPr algn="l">
              <a:defRPr sz="1725" b="0">
                <a:solidFill>
                  <a:srgbClr val="B5C3FF"/>
                </a:solidFill>
                <a:latin typeface="Segoe UI"/>
                <a:ea typeface="Segoe UI"/>
                <a:cs typeface="Segoe UI"/>
              </a:defRPr>
            </a:lvl9pPr>
          </a:lstStyle>
          <a:p xmlns:a="http://schemas.openxmlformats.org/drawingml/2006/main">
            <a:pPr algn="l">
              <a:defRPr sz="1725" b="0">
                <a:solidFill>
                  <a:srgbClr val="B5C3FF"/>
                </a:solidFill>
                <a:latin typeface="Segoe UI"/>
                <a:ea typeface="Segoe UI"/>
                <a:cs typeface="Segoe UI"/>
              </a:defRPr>
            </a:pPr>
            <a:r>
              <a:rPr sz="1725" b="0">
                <a:solidFill>
                  <a:srgbClr val="B5C3FF"/>
                </a:solidFill>
                <a:latin typeface="Segoe UI"/>
                <a:ea typeface="Segoe UI"/>
                <a:cs typeface="Segoe UI"/>
              </a:rPr>
              <a:t>Un servidor coordina la experiencia del público y del DJ</a:t>
            </a:r>
          </a:p>
        </p:txBody>
      </p:sp>
      <p:sp>
        <p:nvSpPr>
          <p:cNvPr id="5" name="">
            <a:extLst xmlns:a="http://schemas.openxmlformats.org/drawingml/2006/main">
              <a:ext uri="{FF2B5EF4-FFF2-40B4-BE49-F238E27FC236}">
                <a16:creationId xmlns:a16="http://schemas.microsoft.com/office/drawing/2014/main" id="{2A328F0A-E7AB-47A0-87CA-3C62ECAD20D7}"/>
              </a:ext>
            </a:extLst>
          </p:cNvPr>
          <p:cNvSpPr>
            <a:spLocks xmlns:a="http://schemas.openxmlformats.org/drawingml/2006/main" noGrp="1"/>
          </p:cNvSpPr>
          <p:nvPr/>
        </p:nvSpPr>
        <p:spPr>
          <a:xfrm xmlns:a="http://schemas.openxmlformats.org/drawingml/2006/main">
            <a:off x="781050" y="2438400"/>
            <a:ext cx="2619375" cy="1066800"/>
          </a:xfrm>
          <a:prstGeom xmlns:a="http://schemas.openxmlformats.org/drawingml/2006/main" prst="roundRect">
            <a:avLst>
              <a:gd name="adj" fmla="val 7143"/>
            </a:avLst>
          </a:prstGeom>
          <a:solidFill xmlns:a="http://schemas.openxmlformats.org/drawingml/2006/main">
            <a:srgbClr val="0E1440"/>
          </a:solidFill>
          <a:ln xmlns:a="http://schemas.openxmlformats.org/drawingml/2006/main" w="14288">
            <a:solidFill>
              <a:srgbClr val="6679E8"/>
            </a:solidFill>
            <a:prstDash val="solid"/>
          </a:ln>
        </p:spPr>
      </p:sp>
      <p:sp>
        <p:nvSpPr>
          <p:cNvPr id="6" name="">
            <a:extLst xmlns:a="http://schemas.openxmlformats.org/drawingml/2006/main">
              <a:ext uri="{FF2B5EF4-FFF2-40B4-BE49-F238E27FC236}">
                <a16:creationId xmlns:a16="http://schemas.microsoft.com/office/drawing/2014/main" id="{92DE117D-D326-4B23-8AA9-BF9B3FE40713}"/>
              </a:ext>
            </a:extLst>
          </p:cNvPr>
          <p:cNvSpPr>
            <a:spLocks xmlns:a="http://schemas.openxmlformats.org/drawingml/2006/main" noGrp="1"/>
          </p:cNvSpPr>
          <p:nvPr/>
        </p:nvSpPr>
        <p:spPr>
          <a:xfrm xmlns:a="http://schemas.openxmlformats.org/drawingml/2006/main">
            <a:off x="952500" y="2514600"/>
            <a:ext cx="2276475"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575" b="1">
                <a:solidFill>
                  <a:srgbClr val="FFFFFF"/>
                </a:solidFill>
                <a:latin typeface="Segoe UI"/>
                <a:ea typeface="Segoe UI"/>
                <a:cs typeface="Segoe UI"/>
              </a:defRPr>
            </a:defPPr>
            <a:lvl1pPr algn="ctr">
              <a:defRPr sz="1575" b="1">
                <a:solidFill>
                  <a:srgbClr val="FFFFFF"/>
                </a:solidFill>
                <a:latin typeface="Segoe UI"/>
                <a:ea typeface="Segoe UI"/>
                <a:cs typeface="Segoe UI"/>
              </a:defRPr>
            </a:lvl1pPr>
            <a:lvl2pPr algn="ctr">
              <a:defRPr sz="1575" b="1">
                <a:solidFill>
                  <a:srgbClr val="FFFFFF"/>
                </a:solidFill>
                <a:latin typeface="Segoe UI"/>
                <a:ea typeface="Segoe UI"/>
                <a:cs typeface="Segoe UI"/>
              </a:defRPr>
            </a:lvl2pPr>
            <a:lvl3pPr algn="ctr">
              <a:defRPr sz="1575" b="1">
                <a:solidFill>
                  <a:srgbClr val="FFFFFF"/>
                </a:solidFill>
                <a:latin typeface="Segoe UI"/>
                <a:ea typeface="Segoe UI"/>
                <a:cs typeface="Segoe UI"/>
              </a:defRPr>
            </a:lvl3pPr>
            <a:lvl4pPr algn="ctr">
              <a:defRPr sz="1575" b="1">
                <a:solidFill>
                  <a:srgbClr val="FFFFFF"/>
                </a:solidFill>
                <a:latin typeface="Segoe UI"/>
                <a:ea typeface="Segoe UI"/>
                <a:cs typeface="Segoe UI"/>
              </a:defRPr>
            </a:lvl4pPr>
            <a:lvl5pPr algn="ctr">
              <a:defRPr sz="1575" b="1">
                <a:solidFill>
                  <a:srgbClr val="FFFFFF"/>
                </a:solidFill>
                <a:latin typeface="Segoe UI"/>
                <a:ea typeface="Segoe UI"/>
                <a:cs typeface="Segoe UI"/>
              </a:defRPr>
            </a:lvl5pPr>
            <a:lvl6pPr algn="ctr">
              <a:defRPr sz="1575" b="1">
                <a:solidFill>
                  <a:srgbClr val="FFFFFF"/>
                </a:solidFill>
                <a:latin typeface="Segoe UI"/>
                <a:ea typeface="Segoe UI"/>
                <a:cs typeface="Segoe UI"/>
              </a:defRPr>
            </a:lvl6pPr>
            <a:lvl7pPr algn="ctr">
              <a:defRPr sz="1575" b="1">
                <a:solidFill>
                  <a:srgbClr val="FFFFFF"/>
                </a:solidFill>
                <a:latin typeface="Segoe UI"/>
                <a:ea typeface="Segoe UI"/>
                <a:cs typeface="Segoe UI"/>
              </a:defRPr>
            </a:lvl7pPr>
            <a:lvl8pPr algn="ctr">
              <a:defRPr sz="1575" b="1">
                <a:solidFill>
                  <a:srgbClr val="FFFFFF"/>
                </a:solidFill>
                <a:latin typeface="Segoe UI"/>
                <a:ea typeface="Segoe UI"/>
                <a:cs typeface="Segoe UI"/>
              </a:defRPr>
            </a:lvl8pPr>
            <a:lvl9pPr algn="ctr">
              <a:defRPr sz="1575" b="1">
                <a:solidFill>
                  <a:srgbClr val="FFFFFF"/>
                </a:solidFill>
                <a:latin typeface="Segoe UI"/>
                <a:ea typeface="Segoe UI"/>
                <a:cs typeface="Segoe UI"/>
              </a:defRPr>
            </a:lvl9pPr>
          </a:lstStyle>
          <a:p xmlns:a="http://schemas.openxmlformats.org/drawingml/2006/main">
            <a:pPr algn="ctr">
              <a:defRPr sz="1575" b="1">
                <a:solidFill>
                  <a:srgbClr val="FFFFFF"/>
                </a:solidFill>
                <a:latin typeface="Segoe UI"/>
                <a:ea typeface="Segoe UI"/>
                <a:cs typeface="Segoe UI"/>
              </a:defRPr>
            </a:pPr>
            <a:r>
              <a:rPr sz="1575" b="1">
                <a:solidFill>
                  <a:srgbClr val="FFFFFF"/>
                </a:solidFill>
                <a:latin typeface="Segoe UI"/>
                <a:ea typeface="Segoe UI"/>
                <a:cs typeface="Segoe UI"/>
              </a:rPr>
              <a:t>Flutter / APK</a:t>
            </a:r>
          </a:p>
          <a:p xmlns:a="http://schemas.openxmlformats.org/drawingml/2006/main">
            <a:pPr algn="ctr">
              <a:defRPr sz="1575" b="1">
                <a:solidFill>
                  <a:srgbClr val="FFFFFF"/>
                </a:solidFill>
                <a:latin typeface="Segoe UI"/>
                <a:ea typeface="Segoe UI"/>
                <a:cs typeface="Segoe UI"/>
              </a:defRPr>
            </a:pPr>
            <a:r>
              <a:rPr sz="1575" b="1">
                <a:solidFill>
                  <a:srgbClr val="FFFFFF"/>
                </a:solidFill>
                <a:latin typeface="Segoe UI"/>
                <a:ea typeface="Segoe UI"/>
                <a:cs typeface="Segoe UI"/>
              </a:rPr>
              <a:t>DJ y público</a:t>
            </a:r>
          </a:p>
        </p:txBody>
      </p:sp>
      <p:sp>
        <p:nvSpPr>
          <p:cNvPr id="7" name="">
            <a:extLst xmlns:a="http://schemas.openxmlformats.org/drawingml/2006/main">
              <a:ext uri="{FF2B5EF4-FFF2-40B4-BE49-F238E27FC236}">
                <a16:creationId xmlns:a16="http://schemas.microsoft.com/office/drawing/2014/main" id="{F68BC389-AD24-4ADB-A3C2-D1FAD901301E}"/>
              </a:ext>
            </a:extLst>
          </p:cNvPr>
          <p:cNvSpPr>
            <a:spLocks xmlns:a="http://schemas.openxmlformats.org/drawingml/2006/main" noGrp="1"/>
          </p:cNvSpPr>
          <p:nvPr/>
        </p:nvSpPr>
        <p:spPr>
          <a:xfrm xmlns:a="http://schemas.openxmlformats.org/drawingml/2006/main">
            <a:off x="4676775" y="2438400"/>
            <a:ext cx="2857500" cy="1066800"/>
          </a:xfrm>
          <a:prstGeom xmlns:a="http://schemas.openxmlformats.org/drawingml/2006/main" prst="roundRect">
            <a:avLst>
              <a:gd name="adj" fmla="val 7143"/>
            </a:avLst>
          </a:prstGeom>
          <a:solidFill xmlns:a="http://schemas.openxmlformats.org/drawingml/2006/main">
            <a:srgbClr val="3651FF"/>
          </a:solidFill>
          <a:ln xmlns:a="http://schemas.openxmlformats.org/drawingml/2006/main" w="14288">
            <a:solidFill>
              <a:srgbClr val="6679E8"/>
            </a:solidFill>
            <a:prstDash val="solid"/>
          </a:ln>
        </p:spPr>
      </p:sp>
      <p:sp>
        <p:nvSpPr>
          <p:cNvPr id="8" name="">
            <a:extLst xmlns:a="http://schemas.openxmlformats.org/drawingml/2006/main">
              <a:ext uri="{FF2B5EF4-FFF2-40B4-BE49-F238E27FC236}">
                <a16:creationId xmlns:a16="http://schemas.microsoft.com/office/drawing/2014/main" id="{E895675F-E3B8-4E60-9264-2140EB459934}"/>
              </a:ext>
            </a:extLst>
          </p:cNvPr>
          <p:cNvSpPr>
            <a:spLocks xmlns:a="http://schemas.openxmlformats.org/drawingml/2006/main" noGrp="1"/>
          </p:cNvSpPr>
          <p:nvPr/>
        </p:nvSpPr>
        <p:spPr>
          <a:xfrm xmlns:a="http://schemas.openxmlformats.org/drawingml/2006/main">
            <a:off x="4848225" y="2514600"/>
            <a:ext cx="25146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575" b="1">
                <a:solidFill>
                  <a:srgbClr val="FFFFFF"/>
                </a:solidFill>
                <a:latin typeface="Segoe UI"/>
                <a:ea typeface="Segoe UI"/>
                <a:cs typeface="Segoe UI"/>
              </a:defRPr>
            </a:defPPr>
            <a:lvl1pPr algn="ctr">
              <a:defRPr sz="1575" b="1">
                <a:solidFill>
                  <a:srgbClr val="FFFFFF"/>
                </a:solidFill>
                <a:latin typeface="Segoe UI"/>
                <a:ea typeface="Segoe UI"/>
                <a:cs typeface="Segoe UI"/>
              </a:defRPr>
            </a:lvl1pPr>
            <a:lvl2pPr algn="ctr">
              <a:defRPr sz="1575" b="1">
                <a:solidFill>
                  <a:srgbClr val="FFFFFF"/>
                </a:solidFill>
                <a:latin typeface="Segoe UI"/>
                <a:ea typeface="Segoe UI"/>
                <a:cs typeface="Segoe UI"/>
              </a:defRPr>
            </a:lvl2pPr>
            <a:lvl3pPr algn="ctr">
              <a:defRPr sz="1575" b="1">
                <a:solidFill>
                  <a:srgbClr val="FFFFFF"/>
                </a:solidFill>
                <a:latin typeface="Segoe UI"/>
                <a:ea typeface="Segoe UI"/>
                <a:cs typeface="Segoe UI"/>
              </a:defRPr>
            </a:lvl3pPr>
            <a:lvl4pPr algn="ctr">
              <a:defRPr sz="1575" b="1">
                <a:solidFill>
                  <a:srgbClr val="FFFFFF"/>
                </a:solidFill>
                <a:latin typeface="Segoe UI"/>
                <a:ea typeface="Segoe UI"/>
                <a:cs typeface="Segoe UI"/>
              </a:defRPr>
            </a:lvl4pPr>
            <a:lvl5pPr algn="ctr">
              <a:defRPr sz="1575" b="1">
                <a:solidFill>
                  <a:srgbClr val="FFFFFF"/>
                </a:solidFill>
                <a:latin typeface="Segoe UI"/>
                <a:ea typeface="Segoe UI"/>
                <a:cs typeface="Segoe UI"/>
              </a:defRPr>
            </a:lvl5pPr>
            <a:lvl6pPr algn="ctr">
              <a:defRPr sz="1575" b="1">
                <a:solidFill>
                  <a:srgbClr val="FFFFFF"/>
                </a:solidFill>
                <a:latin typeface="Segoe UI"/>
                <a:ea typeface="Segoe UI"/>
                <a:cs typeface="Segoe UI"/>
              </a:defRPr>
            </a:lvl6pPr>
            <a:lvl7pPr algn="ctr">
              <a:defRPr sz="1575" b="1">
                <a:solidFill>
                  <a:srgbClr val="FFFFFF"/>
                </a:solidFill>
                <a:latin typeface="Segoe UI"/>
                <a:ea typeface="Segoe UI"/>
                <a:cs typeface="Segoe UI"/>
              </a:defRPr>
            </a:lvl7pPr>
            <a:lvl8pPr algn="ctr">
              <a:defRPr sz="1575" b="1">
                <a:solidFill>
                  <a:srgbClr val="FFFFFF"/>
                </a:solidFill>
                <a:latin typeface="Segoe UI"/>
                <a:ea typeface="Segoe UI"/>
                <a:cs typeface="Segoe UI"/>
              </a:defRPr>
            </a:lvl8pPr>
            <a:lvl9pPr algn="ctr">
              <a:defRPr sz="1575" b="1">
                <a:solidFill>
                  <a:srgbClr val="FFFFFF"/>
                </a:solidFill>
                <a:latin typeface="Segoe UI"/>
                <a:ea typeface="Segoe UI"/>
                <a:cs typeface="Segoe UI"/>
              </a:defRPr>
            </a:lvl9pPr>
          </a:lstStyle>
          <a:p xmlns:a="http://schemas.openxmlformats.org/drawingml/2006/main">
            <a:pPr algn="ctr">
              <a:defRPr sz="1575" b="1">
                <a:solidFill>
                  <a:srgbClr val="FFFFFF"/>
                </a:solidFill>
                <a:latin typeface="Segoe UI"/>
                <a:ea typeface="Segoe UI"/>
                <a:cs typeface="Segoe UI"/>
              </a:defRPr>
            </a:pPr>
            <a:r>
              <a:rPr sz="1575" b="1">
                <a:solidFill>
                  <a:srgbClr val="FFFFFF"/>
                </a:solidFill>
                <a:latin typeface="Segoe UI"/>
                <a:ea typeface="Segoe UI"/>
                <a:cs typeface="Segoe UI"/>
              </a:rPr>
              <a:t>Node.js + Express</a:t>
            </a:r>
          </a:p>
          <a:p xmlns:a="http://schemas.openxmlformats.org/drawingml/2006/main">
            <a:pPr algn="ctr">
              <a:defRPr sz="1575" b="1">
                <a:solidFill>
                  <a:srgbClr val="FFFFFF"/>
                </a:solidFill>
                <a:latin typeface="Segoe UI"/>
                <a:ea typeface="Segoe UI"/>
                <a:cs typeface="Segoe UI"/>
              </a:defRPr>
            </a:pPr>
            <a:r>
              <a:rPr sz="1575" b="1">
                <a:solidFill>
                  <a:srgbClr val="FFFFFF"/>
                </a:solidFill>
                <a:latin typeface="Segoe UI"/>
                <a:ea typeface="Segoe UI"/>
                <a:cs typeface="Segoe UI"/>
              </a:rPr>
              <a:t>API y reglas</a:t>
            </a:r>
          </a:p>
        </p:txBody>
      </p:sp>
      <p:sp>
        <p:nvSpPr>
          <p:cNvPr id="9" name="">
            <a:extLst xmlns:a="http://schemas.openxmlformats.org/drawingml/2006/main">
              <a:ext uri="{FF2B5EF4-FFF2-40B4-BE49-F238E27FC236}">
                <a16:creationId xmlns:a16="http://schemas.microsoft.com/office/drawing/2014/main" id="{AB78833A-ED70-4FB8-9F42-3D740D4885C2}"/>
              </a:ext>
            </a:extLst>
          </p:cNvPr>
          <p:cNvSpPr>
            <a:spLocks xmlns:a="http://schemas.openxmlformats.org/drawingml/2006/main" noGrp="1"/>
          </p:cNvSpPr>
          <p:nvPr/>
        </p:nvSpPr>
        <p:spPr>
          <a:xfrm xmlns:a="http://schemas.openxmlformats.org/drawingml/2006/main">
            <a:off x="8791575" y="2438400"/>
            <a:ext cx="2667000" cy="1066800"/>
          </a:xfrm>
          <a:prstGeom xmlns:a="http://schemas.openxmlformats.org/drawingml/2006/main" prst="roundRect">
            <a:avLst>
              <a:gd name="adj" fmla="val 7143"/>
            </a:avLst>
          </a:prstGeom>
          <a:solidFill xmlns:a="http://schemas.openxmlformats.org/drawingml/2006/main">
            <a:srgbClr val="0E1440"/>
          </a:solidFill>
          <a:ln xmlns:a="http://schemas.openxmlformats.org/drawingml/2006/main" w="14288">
            <a:solidFill>
              <a:srgbClr val="6679E8"/>
            </a:solidFill>
            <a:prstDash val="solid"/>
          </a:ln>
        </p:spPr>
      </p:sp>
      <p:sp>
        <p:nvSpPr>
          <p:cNvPr id="10" name="">
            <a:extLst xmlns:a="http://schemas.openxmlformats.org/drawingml/2006/main">
              <a:ext uri="{FF2B5EF4-FFF2-40B4-BE49-F238E27FC236}">
                <a16:creationId xmlns:a16="http://schemas.microsoft.com/office/drawing/2014/main" id="{C0522E26-B91A-4874-BAC0-DFE527ACAA70}"/>
              </a:ext>
            </a:extLst>
          </p:cNvPr>
          <p:cNvSpPr>
            <a:spLocks xmlns:a="http://schemas.openxmlformats.org/drawingml/2006/main" noGrp="1"/>
          </p:cNvSpPr>
          <p:nvPr/>
        </p:nvSpPr>
        <p:spPr>
          <a:xfrm xmlns:a="http://schemas.openxmlformats.org/drawingml/2006/main">
            <a:off x="8963025" y="2514600"/>
            <a:ext cx="23241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575" b="1">
                <a:solidFill>
                  <a:srgbClr val="FFFFFF"/>
                </a:solidFill>
                <a:latin typeface="Segoe UI"/>
                <a:ea typeface="Segoe UI"/>
                <a:cs typeface="Segoe UI"/>
              </a:defRPr>
            </a:defPPr>
            <a:lvl1pPr algn="ctr">
              <a:defRPr sz="1575" b="1">
                <a:solidFill>
                  <a:srgbClr val="FFFFFF"/>
                </a:solidFill>
                <a:latin typeface="Segoe UI"/>
                <a:ea typeface="Segoe UI"/>
                <a:cs typeface="Segoe UI"/>
              </a:defRPr>
            </a:lvl1pPr>
            <a:lvl2pPr algn="ctr">
              <a:defRPr sz="1575" b="1">
                <a:solidFill>
                  <a:srgbClr val="FFFFFF"/>
                </a:solidFill>
                <a:latin typeface="Segoe UI"/>
                <a:ea typeface="Segoe UI"/>
                <a:cs typeface="Segoe UI"/>
              </a:defRPr>
            </a:lvl2pPr>
            <a:lvl3pPr algn="ctr">
              <a:defRPr sz="1575" b="1">
                <a:solidFill>
                  <a:srgbClr val="FFFFFF"/>
                </a:solidFill>
                <a:latin typeface="Segoe UI"/>
                <a:ea typeface="Segoe UI"/>
                <a:cs typeface="Segoe UI"/>
              </a:defRPr>
            </a:lvl3pPr>
            <a:lvl4pPr algn="ctr">
              <a:defRPr sz="1575" b="1">
                <a:solidFill>
                  <a:srgbClr val="FFFFFF"/>
                </a:solidFill>
                <a:latin typeface="Segoe UI"/>
                <a:ea typeface="Segoe UI"/>
                <a:cs typeface="Segoe UI"/>
              </a:defRPr>
            </a:lvl4pPr>
            <a:lvl5pPr algn="ctr">
              <a:defRPr sz="1575" b="1">
                <a:solidFill>
                  <a:srgbClr val="FFFFFF"/>
                </a:solidFill>
                <a:latin typeface="Segoe UI"/>
                <a:ea typeface="Segoe UI"/>
                <a:cs typeface="Segoe UI"/>
              </a:defRPr>
            </a:lvl5pPr>
            <a:lvl6pPr algn="ctr">
              <a:defRPr sz="1575" b="1">
                <a:solidFill>
                  <a:srgbClr val="FFFFFF"/>
                </a:solidFill>
                <a:latin typeface="Segoe UI"/>
                <a:ea typeface="Segoe UI"/>
                <a:cs typeface="Segoe UI"/>
              </a:defRPr>
            </a:lvl6pPr>
            <a:lvl7pPr algn="ctr">
              <a:defRPr sz="1575" b="1">
                <a:solidFill>
                  <a:srgbClr val="FFFFFF"/>
                </a:solidFill>
                <a:latin typeface="Segoe UI"/>
                <a:ea typeface="Segoe UI"/>
                <a:cs typeface="Segoe UI"/>
              </a:defRPr>
            </a:lvl7pPr>
            <a:lvl8pPr algn="ctr">
              <a:defRPr sz="1575" b="1">
                <a:solidFill>
                  <a:srgbClr val="FFFFFF"/>
                </a:solidFill>
                <a:latin typeface="Segoe UI"/>
                <a:ea typeface="Segoe UI"/>
                <a:cs typeface="Segoe UI"/>
              </a:defRPr>
            </a:lvl8pPr>
            <a:lvl9pPr algn="ctr">
              <a:defRPr sz="1575" b="1">
                <a:solidFill>
                  <a:srgbClr val="FFFFFF"/>
                </a:solidFill>
                <a:latin typeface="Segoe UI"/>
                <a:ea typeface="Segoe UI"/>
                <a:cs typeface="Segoe UI"/>
              </a:defRPr>
            </a:lvl9pPr>
          </a:lstStyle>
          <a:p xmlns:a="http://schemas.openxmlformats.org/drawingml/2006/main">
            <a:pPr algn="ctr">
              <a:defRPr sz="1575" b="1">
                <a:solidFill>
                  <a:srgbClr val="FFFFFF"/>
                </a:solidFill>
                <a:latin typeface="Segoe UI"/>
                <a:ea typeface="Segoe UI"/>
                <a:cs typeface="Segoe UI"/>
              </a:defRPr>
            </a:pPr>
            <a:r>
              <a:rPr sz="1575" b="1">
                <a:solidFill>
                  <a:srgbClr val="FFFFFF"/>
                </a:solidFill>
                <a:latin typeface="Segoe UI"/>
                <a:ea typeface="Segoe UI"/>
                <a:cs typeface="Segoe UI"/>
              </a:rPr>
              <a:t>PostgreSQL</a:t>
            </a:r>
          </a:p>
          <a:p xmlns:a="http://schemas.openxmlformats.org/drawingml/2006/main">
            <a:pPr algn="ctr">
              <a:defRPr sz="1575" b="1">
                <a:solidFill>
                  <a:srgbClr val="FFFFFF"/>
                </a:solidFill>
                <a:latin typeface="Segoe UI"/>
                <a:ea typeface="Segoe UI"/>
                <a:cs typeface="Segoe UI"/>
              </a:defRPr>
            </a:pPr>
            <a:r>
              <a:rPr sz="1575" b="1">
                <a:solidFill>
                  <a:srgbClr val="FFFFFF"/>
                </a:solidFill>
                <a:latin typeface="Segoe UI"/>
                <a:ea typeface="Segoe UI"/>
                <a:cs typeface="Segoe UI"/>
              </a:rPr>
              <a:t>cuentas y eventos</a:t>
            </a:r>
          </a:p>
        </p:txBody>
      </p:sp>
      <p:sp>
        <p:nvSpPr>
          <p:cNvPr id="13" name="">
            <a:extLst xmlns:a="http://schemas.openxmlformats.org/drawingml/2006/main">
              <a:ext uri="{FF2B5EF4-FFF2-40B4-BE49-F238E27FC236}">
                <a16:creationId xmlns:a16="http://schemas.microsoft.com/office/drawing/2014/main" id="{0FC1C1A1-291D-4DCE-987A-AF91CB454D5B}"/>
              </a:ext>
            </a:extLst>
          </p:cNvPr>
          <p:cNvSpPr>
            <a:spLocks xmlns:a="http://schemas.openxmlformats.org/drawingml/2006/main" noGrp="1"/>
          </p:cNvSpPr>
          <p:nvPr/>
        </p:nvSpPr>
        <p:spPr>
          <a:xfrm xmlns:a="http://schemas.openxmlformats.org/drawingml/2006/main">
            <a:off x="866775" y="4524375"/>
            <a:ext cx="2628900" cy="895350"/>
          </a:xfrm>
          <a:prstGeom xmlns:a="http://schemas.openxmlformats.org/drawingml/2006/main" prst="roundRect">
            <a:avLst>
              <a:gd name="adj" fmla="val 8511"/>
            </a:avLst>
          </a:prstGeom>
          <a:solidFill xmlns:a="http://schemas.openxmlformats.org/drawingml/2006/main">
            <a:srgbClr val="182359"/>
          </a:solidFill>
          <a:ln xmlns:a="http://schemas.openxmlformats.org/drawingml/2006/main" w="14288">
            <a:solidFill>
              <a:srgbClr val="6679E8"/>
            </a:solidFill>
            <a:prstDash val="solid"/>
          </a:ln>
        </p:spPr>
      </p:sp>
      <p:sp>
        <p:nvSpPr>
          <p:cNvPr id="14" name="">
            <a:extLst xmlns:a="http://schemas.openxmlformats.org/drawingml/2006/main">
              <a:ext uri="{FF2B5EF4-FFF2-40B4-BE49-F238E27FC236}">
                <a16:creationId xmlns:a16="http://schemas.microsoft.com/office/drawing/2014/main" id="{E2635E29-886D-439D-861E-E31E3ADC29AD}"/>
              </a:ext>
            </a:extLst>
          </p:cNvPr>
          <p:cNvSpPr>
            <a:spLocks xmlns:a="http://schemas.openxmlformats.org/drawingml/2006/main" noGrp="1"/>
          </p:cNvSpPr>
          <p:nvPr/>
        </p:nvSpPr>
        <p:spPr>
          <a:xfrm xmlns:a="http://schemas.openxmlformats.org/drawingml/2006/main">
            <a:off x="1038225" y="4600575"/>
            <a:ext cx="2286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575" b="1">
                <a:solidFill>
                  <a:srgbClr val="FFFFFF"/>
                </a:solidFill>
                <a:latin typeface="Segoe UI"/>
                <a:ea typeface="Segoe UI"/>
                <a:cs typeface="Segoe UI"/>
              </a:defRPr>
            </a:defPPr>
            <a:lvl1pPr algn="ctr">
              <a:defRPr sz="1575" b="1">
                <a:solidFill>
                  <a:srgbClr val="FFFFFF"/>
                </a:solidFill>
                <a:latin typeface="Segoe UI"/>
                <a:ea typeface="Segoe UI"/>
                <a:cs typeface="Segoe UI"/>
              </a:defRPr>
            </a:lvl1pPr>
            <a:lvl2pPr algn="ctr">
              <a:defRPr sz="1575" b="1">
                <a:solidFill>
                  <a:srgbClr val="FFFFFF"/>
                </a:solidFill>
                <a:latin typeface="Segoe UI"/>
                <a:ea typeface="Segoe UI"/>
                <a:cs typeface="Segoe UI"/>
              </a:defRPr>
            </a:lvl2pPr>
            <a:lvl3pPr algn="ctr">
              <a:defRPr sz="1575" b="1">
                <a:solidFill>
                  <a:srgbClr val="FFFFFF"/>
                </a:solidFill>
                <a:latin typeface="Segoe UI"/>
                <a:ea typeface="Segoe UI"/>
                <a:cs typeface="Segoe UI"/>
              </a:defRPr>
            </a:lvl3pPr>
            <a:lvl4pPr algn="ctr">
              <a:defRPr sz="1575" b="1">
                <a:solidFill>
                  <a:srgbClr val="FFFFFF"/>
                </a:solidFill>
                <a:latin typeface="Segoe UI"/>
                <a:ea typeface="Segoe UI"/>
                <a:cs typeface="Segoe UI"/>
              </a:defRPr>
            </a:lvl4pPr>
            <a:lvl5pPr algn="ctr">
              <a:defRPr sz="1575" b="1">
                <a:solidFill>
                  <a:srgbClr val="FFFFFF"/>
                </a:solidFill>
                <a:latin typeface="Segoe UI"/>
                <a:ea typeface="Segoe UI"/>
                <a:cs typeface="Segoe UI"/>
              </a:defRPr>
            </a:lvl5pPr>
            <a:lvl6pPr algn="ctr">
              <a:defRPr sz="1575" b="1">
                <a:solidFill>
                  <a:srgbClr val="FFFFFF"/>
                </a:solidFill>
                <a:latin typeface="Segoe UI"/>
                <a:ea typeface="Segoe UI"/>
                <a:cs typeface="Segoe UI"/>
              </a:defRPr>
            </a:lvl6pPr>
            <a:lvl7pPr algn="ctr">
              <a:defRPr sz="1575" b="1">
                <a:solidFill>
                  <a:srgbClr val="FFFFFF"/>
                </a:solidFill>
                <a:latin typeface="Segoe UI"/>
                <a:ea typeface="Segoe UI"/>
                <a:cs typeface="Segoe UI"/>
              </a:defRPr>
            </a:lvl7pPr>
            <a:lvl8pPr algn="ctr">
              <a:defRPr sz="1575" b="1">
                <a:solidFill>
                  <a:srgbClr val="FFFFFF"/>
                </a:solidFill>
                <a:latin typeface="Segoe UI"/>
                <a:ea typeface="Segoe UI"/>
                <a:cs typeface="Segoe UI"/>
              </a:defRPr>
            </a:lvl8pPr>
            <a:lvl9pPr algn="ctr">
              <a:defRPr sz="1575" b="1">
                <a:solidFill>
                  <a:srgbClr val="FFFFFF"/>
                </a:solidFill>
                <a:latin typeface="Segoe UI"/>
                <a:ea typeface="Segoe UI"/>
                <a:cs typeface="Segoe UI"/>
              </a:defRPr>
            </a:lvl9pPr>
          </a:lstStyle>
          <a:p xmlns:a="http://schemas.openxmlformats.org/drawingml/2006/main">
            <a:pPr algn="ctr">
              <a:defRPr sz="1575" b="1">
                <a:solidFill>
                  <a:srgbClr val="FFFFFF"/>
                </a:solidFill>
                <a:latin typeface="Segoe UI"/>
                <a:ea typeface="Segoe UI"/>
                <a:cs typeface="Segoe UI"/>
              </a:defRPr>
            </a:pPr>
            <a:r>
              <a:rPr sz="1575" b="1">
                <a:solidFill>
                  <a:srgbClr val="FFFFFF"/>
                </a:solidFill>
                <a:latin typeface="Segoe UI"/>
                <a:ea typeface="Segoe UI"/>
                <a:cs typeface="Segoe UI"/>
              </a:rPr>
              <a:t>iTunes Search</a:t>
            </a:r>
          </a:p>
          <a:p xmlns:a="http://schemas.openxmlformats.org/drawingml/2006/main">
            <a:pPr algn="ctr">
              <a:defRPr sz="1575" b="1">
                <a:solidFill>
                  <a:srgbClr val="FFFFFF"/>
                </a:solidFill>
                <a:latin typeface="Segoe UI"/>
                <a:ea typeface="Segoe UI"/>
                <a:cs typeface="Segoe UI"/>
              </a:defRPr>
            </a:pPr>
            <a:r>
              <a:rPr sz="1575" b="1">
                <a:solidFill>
                  <a:srgbClr val="FFFFFF"/>
                </a:solidFill>
                <a:latin typeface="Segoe UI"/>
                <a:ea typeface="Segoe UI"/>
                <a:cs typeface="Segoe UI"/>
              </a:rPr>
              <a:t>catálogo</a:t>
            </a:r>
          </a:p>
        </p:txBody>
      </p:sp>
      <p:sp>
        <p:nvSpPr>
          <p:cNvPr id="15" name="">
            <a:extLst xmlns:a="http://schemas.openxmlformats.org/drawingml/2006/main">
              <a:ext uri="{FF2B5EF4-FFF2-40B4-BE49-F238E27FC236}">
                <a16:creationId xmlns:a16="http://schemas.microsoft.com/office/drawing/2014/main" id="{60017536-E57D-410B-A82C-18488860CD56}"/>
              </a:ext>
            </a:extLst>
          </p:cNvPr>
          <p:cNvSpPr>
            <a:spLocks xmlns:a="http://schemas.openxmlformats.org/drawingml/2006/main" noGrp="1"/>
          </p:cNvSpPr>
          <p:nvPr/>
        </p:nvSpPr>
        <p:spPr>
          <a:xfrm xmlns:a="http://schemas.openxmlformats.org/drawingml/2006/main">
            <a:off x="4781550" y="4524375"/>
            <a:ext cx="2628900" cy="895350"/>
          </a:xfrm>
          <a:prstGeom xmlns:a="http://schemas.openxmlformats.org/drawingml/2006/main" prst="roundRect">
            <a:avLst>
              <a:gd name="adj" fmla="val 8511"/>
            </a:avLst>
          </a:prstGeom>
          <a:solidFill xmlns:a="http://schemas.openxmlformats.org/drawingml/2006/main">
            <a:srgbClr val="182359"/>
          </a:solidFill>
          <a:ln xmlns:a="http://schemas.openxmlformats.org/drawingml/2006/main" w="14288">
            <a:solidFill>
              <a:srgbClr val="6679E8"/>
            </a:solidFill>
            <a:prstDash val="solid"/>
          </a:ln>
        </p:spPr>
      </p:sp>
      <p:sp>
        <p:nvSpPr>
          <p:cNvPr id="16" name="">
            <a:extLst xmlns:a="http://schemas.openxmlformats.org/drawingml/2006/main">
              <a:ext uri="{FF2B5EF4-FFF2-40B4-BE49-F238E27FC236}">
                <a16:creationId xmlns:a16="http://schemas.microsoft.com/office/drawing/2014/main" id="{32117BB3-4800-4412-AC81-4B678A0C38CF}"/>
              </a:ext>
            </a:extLst>
          </p:cNvPr>
          <p:cNvSpPr>
            <a:spLocks xmlns:a="http://schemas.openxmlformats.org/drawingml/2006/main" noGrp="1"/>
          </p:cNvSpPr>
          <p:nvPr/>
        </p:nvSpPr>
        <p:spPr>
          <a:xfrm xmlns:a="http://schemas.openxmlformats.org/drawingml/2006/main">
            <a:off x="4953000" y="4600575"/>
            <a:ext cx="2286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575" b="1">
                <a:solidFill>
                  <a:srgbClr val="FFFFFF"/>
                </a:solidFill>
                <a:latin typeface="Segoe UI"/>
                <a:ea typeface="Segoe UI"/>
                <a:cs typeface="Segoe UI"/>
              </a:defRPr>
            </a:defPPr>
            <a:lvl1pPr algn="ctr">
              <a:defRPr sz="1575" b="1">
                <a:solidFill>
                  <a:srgbClr val="FFFFFF"/>
                </a:solidFill>
                <a:latin typeface="Segoe UI"/>
                <a:ea typeface="Segoe UI"/>
                <a:cs typeface="Segoe UI"/>
              </a:defRPr>
            </a:lvl1pPr>
            <a:lvl2pPr algn="ctr">
              <a:defRPr sz="1575" b="1">
                <a:solidFill>
                  <a:srgbClr val="FFFFFF"/>
                </a:solidFill>
                <a:latin typeface="Segoe UI"/>
                <a:ea typeface="Segoe UI"/>
                <a:cs typeface="Segoe UI"/>
              </a:defRPr>
            </a:lvl2pPr>
            <a:lvl3pPr algn="ctr">
              <a:defRPr sz="1575" b="1">
                <a:solidFill>
                  <a:srgbClr val="FFFFFF"/>
                </a:solidFill>
                <a:latin typeface="Segoe UI"/>
                <a:ea typeface="Segoe UI"/>
                <a:cs typeface="Segoe UI"/>
              </a:defRPr>
            </a:lvl3pPr>
            <a:lvl4pPr algn="ctr">
              <a:defRPr sz="1575" b="1">
                <a:solidFill>
                  <a:srgbClr val="FFFFFF"/>
                </a:solidFill>
                <a:latin typeface="Segoe UI"/>
                <a:ea typeface="Segoe UI"/>
                <a:cs typeface="Segoe UI"/>
              </a:defRPr>
            </a:lvl4pPr>
            <a:lvl5pPr algn="ctr">
              <a:defRPr sz="1575" b="1">
                <a:solidFill>
                  <a:srgbClr val="FFFFFF"/>
                </a:solidFill>
                <a:latin typeface="Segoe UI"/>
                <a:ea typeface="Segoe UI"/>
                <a:cs typeface="Segoe UI"/>
              </a:defRPr>
            </a:lvl5pPr>
            <a:lvl6pPr algn="ctr">
              <a:defRPr sz="1575" b="1">
                <a:solidFill>
                  <a:srgbClr val="FFFFFF"/>
                </a:solidFill>
                <a:latin typeface="Segoe UI"/>
                <a:ea typeface="Segoe UI"/>
                <a:cs typeface="Segoe UI"/>
              </a:defRPr>
            </a:lvl6pPr>
            <a:lvl7pPr algn="ctr">
              <a:defRPr sz="1575" b="1">
                <a:solidFill>
                  <a:srgbClr val="FFFFFF"/>
                </a:solidFill>
                <a:latin typeface="Segoe UI"/>
                <a:ea typeface="Segoe UI"/>
                <a:cs typeface="Segoe UI"/>
              </a:defRPr>
            </a:lvl7pPr>
            <a:lvl8pPr algn="ctr">
              <a:defRPr sz="1575" b="1">
                <a:solidFill>
                  <a:srgbClr val="FFFFFF"/>
                </a:solidFill>
                <a:latin typeface="Segoe UI"/>
                <a:ea typeface="Segoe UI"/>
                <a:cs typeface="Segoe UI"/>
              </a:defRPr>
            </a:lvl8pPr>
            <a:lvl9pPr algn="ctr">
              <a:defRPr sz="1575" b="1">
                <a:solidFill>
                  <a:srgbClr val="FFFFFF"/>
                </a:solidFill>
                <a:latin typeface="Segoe UI"/>
                <a:ea typeface="Segoe UI"/>
                <a:cs typeface="Segoe UI"/>
              </a:defRPr>
            </a:lvl9pPr>
          </a:lstStyle>
          <a:p xmlns:a="http://schemas.openxmlformats.org/drawingml/2006/main">
            <a:pPr algn="ctr">
              <a:defRPr sz="1575" b="1">
                <a:solidFill>
                  <a:srgbClr val="FFFFFF"/>
                </a:solidFill>
                <a:latin typeface="Segoe UI"/>
                <a:ea typeface="Segoe UI"/>
                <a:cs typeface="Segoe UI"/>
              </a:defRPr>
            </a:pPr>
            <a:r>
              <a:rPr sz="1575" b="1">
                <a:solidFill>
                  <a:srgbClr val="FFFFFF"/>
                </a:solidFill>
                <a:latin typeface="Segoe UI"/>
                <a:ea typeface="Segoe UI"/>
                <a:cs typeface="Segoe UI"/>
              </a:rPr>
              <a:t>Socket.IO</a:t>
            </a:r>
          </a:p>
          <a:p xmlns:a="http://schemas.openxmlformats.org/drawingml/2006/main">
            <a:pPr algn="ctr">
              <a:defRPr sz="1575" b="1">
                <a:solidFill>
                  <a:srgbClr val="FFFFFF"/>
                </a:solidFill>
                <a:latin typeface="Segoe UI"/>
                <a:ea typeface="Segoe UI"/>
                <a:cs typeface="Segoe UI"/>
              </a:defRPr>
            </a:pPr>
            <a:r>
              <a:rPr sz="1575" b="1">
                <a:solidFill>
                  <a:srgbClr val="FFFFFF"/>
                </a:solidFill>
                <a:latin typeface="Segoe UI"/>
                <a:ea typeface="Segoe UI"/>
                <a:cs typeface="Segoe UI"/>
              </a:rPr>
              <a:t>avisos en vivo</a:t>
            </a:r>
          </a:p>
        </p:txBody>
      </p:sp>
      <p:sp>
        <p:nvSpPr>
          <p:cNvPr id="17" name="">
            <a:extLst xmlns:a="http://schemas.openxmlformats.org/drawingml/2006/main">
              <a:ext uri="{FF2B5EF4-FFF2-40B4-BE49-F238E27FC236}">
                <a16:creationId xmlns:a16="http://schemas.microsoft.com/office/drawing/2014/main" id="{E6B4BDB9-BA03-4207-BAA4-CAF6B3549138}"/>
              </a:ext>
            </a:extLst>
          </p:cNvPr>
          <p:cNvSpPr>
            <a:spLocks xmlns:a="http://schemas.openxmlformats.org/drawingml/2006/main" noGrp="1"/>
          </p:cNvSpPr>
          <p:nvPr/>
        </p:nvSpPr>
        <p:spPr>
          <a:xfrm xmlns:a="http://schemas.openxmlformats.org/drawingml/2006/main">
            <a:off x="8667750" y="4524375"/>
            <a:ext cx="2695575" cy="895350"/>
          </a:xfrm>
          <a:prstGeom xmlns:a="http://schemas.openxmlformats.org/drawingml/2006/main" prst="roundRect">
            <a:avLst>
              <a:gd name="adj" fmla="val 8511"/>
            </a:avLst>
          </a:prstGeom>
          <a:solidFill xmlns:a="http://schemas.openxmlformats.org/drawingml/2006/main">
            <a:srgbClr val="182359"/>
          </a:solidFill>
          <a:ln xmlns:a="http://schemas.openxmlformats.org/drawingml/2006/main" w="14288">
            <a:solidFill>
              <a:srgbClr val="6679E8"/>
            </a:solidFill>
            <a:prstDash val="solid"/>
          </a:ln>
        </p:spPr>
      </p:sp>
      <p:sp>
        <p:nvSpPr>
          <p:cNvPr id="18" name="">
            <a:extLst xmlns:a="http://schemas.openxmlformats.org/drawingml/2006/main">
              <a:ext uri="{FF2B5EF4-FFF2-40B4-BE49-F238E27FC236}">
                <a16:creationId xmlns:a16="http://schemas.microsoft.com/office/drawing/2014/main" id="{605222B2-03A0-4BD6-9E83-445F3CE3AA1A}"/>
              </a:ext>
            </a:extLst>
          </p:cNvPr>
          <p:cNvSpPr>
            <a:spLocks xmlns:a="http://schemas.openxmlformats.org/drawingml/2006/main" noGrp="1"/>
          </p:cNvSpPr>
          <p:nvPr/>
        </p:nvSpPr>
        <p:spPr>
          <a:xfrm xmlns:a="http://schemas.openxmlformats.org/drawingml/2006/main">
            <a:off x="8839200" y="4600575"/>
            <a:ext cx="235267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575" b="1">
                <a:solidFill>
                  <a:srgbClr val="FFFFFF"/>
                </a:solidFill>
                <a:latin typeface="Segoe UI"/>
                <a:ea typeface="Segoe UI"/>
                <a:cs typeface="Segoe UI"/>
              </a:defRPr>
            </a:defPPr>
            <a:lvl1pPr algn="ctr">
              <a:defRPr sz="1575" b="1">
                <a:solidFill>
                  <a:srgbClr val="FFFFFF"/>
                </a:solidFill>
                <a:latin typeface="Segoe UI"/>
                <a:ea typeface="Segoe UI"/>
                <a:cs typeface="Segoe UI"/>
              </a:defRPr>
            </a:lvl1pPr>
            <a:lvl2pPr algn="ctr">
              <a:defRPr sz="1575" b="1">
                <a:solidFill>
                  <a:srgbClr val="FFFFFF"/>
                </a:solidFill>
                <a:latin typeface="Segoe UI"/>
                <a:ea typeface="Segoe UI"/>
                <a:cs typeface="Segoe UI"/>
              </a:defRPr>
            </a:lvl2pPr>
            <a:lvl3pPr algn="ctr">
              <a:defRPr sz="1575" b="1">
                <a:solidFill>
                  <a:srgbClr val="FFFFFF"/>
                </a:solidFill>
                <a:latin typeface="Segoe UI"/>
                <a:ea typeface="Segoe UI"/>
                <a:cs typeface="Segoe UI"/>
              </a:defRPr>
            </a:lvl3pPr>
            <a:lvl4pPr algn="ctr">
              <a:defRPr sz="1575" b="1">
                <a:solidFill>
                  <a:srgbClr val="FFFFFF"/>
                </a:solidFill>
                <a:latin typeface="Segoe UI"/>
                <a:ea typeface="Segoe UI"/>
                <a:cs typeface="Segoe UI"/>
              </a:defRPr>
            </a:lvl4pPr>
            <a:lvl5pPr algn="ctr">
              <a:defRPr sz="1575" b="1">
                <a:solidFill>
                  <a:srgbClr val="FFFFFF"/>
                </a:solidFill>
                <a:latin typeface="Segoe UI"/>
                <a:ea typeface="Segoe UI"/>
                <a:cs typeface="Segoe UI"/>
              </a:defRPr>
            </a:lvl5pPr>
            <a:lvl6pPr algn="ctr">
              <a:defRPr sz="1575" b="1">
                <a:solidFill>
                  <a:srgbClr val="FFFFFF"/>
                </a:solidFill>
                <a:latin typeface="Segoe UI"/>
                <a:ea typeface="Segoe UI"/>
                <a:cs typeface="Segoe UI"/>
              </a:defRPr>
            </a:lvl6pPr>
            <a:lvl7pPr algn="ctr">
              <a:defRPr sz="1575" b="1">
                <a:solidFill>
                  <a:srgbClr val="FFFFFF"/>
                </a:solidFill>
                <a:latin typeface="Segoe UI"/>
                <a:ea typeface="Segoe UI"/>
                <a:cs typeface="Segoe UI"/>
              </a:defRPr>
            </a:lvl7pPr>
            <a:lvl8pPr algn="ctr">
              <a:defRPr sz="1575" b="1">
                <a:solidFill>
                  <a:srgbClr val="FFFFFF"/>
                </a:solidFill>
                <a:latin typeface="Segoe UI"/>
                <a:ea typeface="Segoe UI"/>
                <a:cs typeface="Segoe UI"/>
              </a:defRPr>
            </a:lvl8pPr>
            <a:lvl9pPr algn="ctr">
              <a:defRPr sz="1575" b="1">
                <a:solidFill>
                  <a:srgbClr val="FFFFFF"/>
                </a:solidFill>
                <a:latin typeface="Segoe UI"/>
                <a:ea typeface="Segoe UI"/>
                <a:cs typeface="Segoe UI"/>
              </a:defRPr>
            </a:lvl9pPr>
          </a:lstStyle>
          <a:p xmlns:a="http://schemas.openxmlformats.org/drawingml/2006/main">
            <a:pPr algn="ctr">
              <a:defRPr sz="1575" b="1">
                <a:solidFill>
                  <a:srgbClr val="FFFFFF"/>
                </a:solidFill>
                <a:latin typeface="Segoe UI"/>
                <a:ea typeface="Segoe UI"/>
                <a:cs typeface="Segoe UI"/>
              </a:defRPr>
            </a:pPr>
            <a:r>
              <a:rPr sz="1575" b="1">
                <a:solidFill>
                  <a:srgbClr val="FFFFFF"/>
                </a:solidFill>
                <a:latin typeface="Segoe UI"/>
                <a:ea typeface="Segoe UI"/>
                <a:cs typeface="Segoe UI"/>
              </a:rPr>
              <a:t>Mercado Pago</a:t>
            </a:r>
          </a:p>
          <a:p xmlns:a="http://schemas.openxmlformats.org/drawingml/2006/main">
            <a:pPr algn="ctr">
              <a:defRPr sz="1575" b="1">
                <a:solidFill>
                  <a:srgbClr val="FFFFFF"/>
                </a:solidFill>
                <a:latin typeface="Segoe UI"/>
                <a:ea typeface="Segoe UI"/>
                <a:cs typeface="Segoe UI"/>
              </a:defRPr>
            </a:pPr>
            <a:r>
              <a:rPr sz="1575" b="1">
                <a:solidFill>
                  <a:srgbClr val="FFFFFF"/>
                </a:solidFill>
                <a:latin typeface="Segoe UI"/>
                <a:ea typeface="Segoe UI"/>
                <a:cs typeface="Segoe UI"/>
              </a:rPr>
              <a:t>checkout + webhook</a:t>
            </a:r>
          </a:p>
        </p:txBody>
      </p:sp>
      <p:sp>
        <p:nvSpPr>
          <p:cNvPr id="22" name="">
            <a:extLst xmlns:a="http://schemas.openxmlformats.org/drawingml/2006/main">
              <a:ext uri="{FF2B5EF4-FFF2-40B4-BE49-F238E27FC236}">
                <a16:creationId xmlns:a16="http://schemas.microsoft.com/office/drawing/2014/main" id="{A24FB8D2-23EE-4252-83FF-FAD95EDFB62F}"/>
              </a:ext>
            </a:extLst>
          </p:cNvPr>
          <p:cNvSpPr>
            <a:spLocks xmlns:a="http://schemas.openxmlformats.org/drawingml/2006/main" noGrp="1"/>
          </p:cNvSpPr>
          <p:nvPr/>
        </p:nvSpPr>
        <p:spPr>
          <a:xfrm xmlns:a="http://schemas.openxmlformats.org/drawingml/2006/main">
            <a:off x="790575" y="5962650"/>
            <a:ext cx="857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0">
                <a:solidFill>
                  <a:srgbClr val="FFD16A"/>
                </a:solidFill>
                <a:latin typeface="Segoe UI"/>
                <a:ea typeface="Segoe UI"/>
                <a:cs typeface="Segoe UI"/>
              </a:defRPr>
            </a:defPPr>
            <a:lvl1pPr algn="l">
              <a:defRPr sz="1425" b="0">
                <a:solidFill>
                  <a:srgbClr val="FFD16A"/>
                </a:solidFill>
                <a:latin typeface="Segoe UI"/>
                <a:ea typeface="Segoe UI"/>
                <a:cs typeface="Segoe UI"/>
              </a:defRPr>
            </a:lvl1pPr>
            <a:lvl2pPr algn="l">
              <a:defRPr sz="1425" b="0">
                <a:solidFill>
                  <a:srgbClr val="FFD16A"/>
                </a:solidFill>
                <a:latin typeface="Segoe UI"/>
                <a:ea typeface="Segoe UI"/>
                <a:cs typeface="Segoe UI"/>
              </a:defRPr>
            </a:lvl2pPr>
            <a:lvl3pPr algn="l">
              <a:defRPr sz="1425" b="0">
                <a:solidFill>
                  <a:srgbClr val="FFD16A"/>
                </a:solidFill>
                <a:latin typeface="Segoe UI"/>
                <a:ea typeface="Segoe UI"/>
                <a:cs typeface="Segoe UI"/>
              </a:defRPr>
            </a:lvl3pPr>
            <a:lvl4pPr algn="l">
              <a:defRPr sz="1425" b="0">
                <a:solidFill>
                  <a:srgbClr val="FFD16A"/>
                </a:solidFill>
                <a:latin typeface="Segoe UI"/>
                <a:ea typeface="Segoe UI"/>
                <a:cs typeface="Segoe UI"/>
              </a:defRPr>
            </a:lvl4pPr>
            <a:lvl5pPr algn="l">
              <a:defRPr sz="1425" b="0">
                <a:solidFill>
                  <a:srgbClr val="FFD16A"/>
                </a:solidFill>
                <a:latin typeface="Segoe UI"/>
                <a:ea typeface="Segoe UI"/>
                <a:cs typeface="Segoe UI"/>
              </a:defRPr>
            </a:lvl5pPr>
            <a:lvl6pPr algn="l">
              <a:defRPr sz="1425" b="0">
                <a:solidFill>
                  <a:srgbClr val="FFD16A"/>
                </a:solidFill>
                <a:latin typeface="Segoe UI"/>
                <a:ea typeface="Segoe UI"/>
                <a:cs typeface="Segoe UI"/>
              </a:defRPr>
            </a:lvl6pPr>
            <a:lvl7pPr algn="l">
              <a:defRPr sz="1425" b="0">
                <a:solidFill>
                  <a:srgbClr val="FFD16A"/>
                </a:solidFill>
                <a:latin typeface="Segoe UI"/>
                <a:ea typeface="Segoe UI"/>
                <a:cs typeface="Segoe UI"/>
              </a:defRPr>
            </a:lvl7pPr>
            <a:lvl8pPr algn="l">
              <a:defRPr sz="1425" b="0">
                <a:solidFill>
                  <a:srgbClr val="FFD16A"/>
                </a:solidFill>
                <a:latin typeface="Segoe UI"/>
                <a:ea typeface="Segoe UI"/>
                <a:cs typeface="Segoe UI"/>
              </a:defRPr>
            </a:lvl8pPr>
            <a:lvl9pPr algn="l">
              <a:defRPr sz="1425" b="0">
                <a:solidFill>
                  <a:srgbClr val="FFD16A"/>
                </a:solidFill>
                <a:latin typeface="Segoe UI"/>
                <a:ea typeface="Segoe UI"/>
                <a:cs typeface="Segoe UI"/>
              </a:defRPr>
            </a:lvl9pPr>
          </a:lstStyle>
          <a:p xmlns:a="http://schemas.openxmlformats.org/drawingml/2006/main">
            <a:pPr algn="l">
              <a:defRPr sz="1425" b="0">
                <a:solidFill>
                  <a:srgbClr val="FFD16A"/>
                </a:solidFill>
                <a:latin typeface="Segoe UI"/>
                <a:ea typeface="Segoe UI"/>
                <a:cs typeface="Segoe UI"/>
              </a:defRPr>
            </a:pPr>
            <a:r>
              <a:rPr sz="1425" b="0">
                <a:solidFill>
                  <a:srgbClr val="FFD16A"/>
                </a:solidFill>
                <a:latin typeface="Segoe UI"/>
                <a:ea typeface="Segoe UI"/>
                <a:cs typeface="Segoe UI"/>
              </a:rPr>
              <a:t>La integración de pago está en entorno de prueba.</a:t>
            </a:r>
          </a:p>
        </p:txBody>
      </p:sp>
    </p:spTree>
    <p:extLst>
      <p:ext uri="{BB962C8B-B14F-4D97-AF65-F5344CB8AC3E}">
        <p14:creationId xmlns:p14="http://schemas.microsoft.com/office/powerpoint/2010/main" val="142929213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29670D44-CA6D-4DC2-81F1-8B68AE2CF0A7}"/>
              </a:ext>
            </a:extLst>
          </p:cNvPr>
          <p:cNvSpPr>
            <a:spLocks xmlns:a="http://schemas.openxmlformats.org/drawingml/2006/main" noGrp="1"/>
          </p:cNvSpPr>
          <p:nvPr/>
        </p:nvSpPr>
        <p:spPr>
          <a:xfrm xmlns:a="http://schemas.openxmlformats.org/drawingml/2006/main">
            <a:off x="666750" y="400050"/>
            <a:ext cx="10572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850" b="1">
                <a:solidFill>
                  <a:srgbClr val="11152B"/>
                </a:solidFill>
                <a:latin typeface="Segoe UI"/>
                <a:ea typeface="Segoe UI"/>
                <a:cs typeface="Segoe UI"/>
              </a:defRPr>
            </a:defPPr>
            <a:lvl1pPr algn="l">
              <a:defRPr sz="2850" b="1">
                <a:solidFill>
                  <a:srgbClr val="11152B"/>
                </a:solidFill>
                <a:latin typeface="Segoe UI"/>
                <a:ea typeface="Segoe UI"/>
                <a:cs typeface="Segoe UI"/>
              </a:defRPr>
            </a:lvl1pPr>
            <a:lvl2pPr algn="l">
              <a:defRPr sz="2850" b="1">
                <a:solidFill>
                  <a:srgbClr val="11152B"/>
                </a:solidFill>
                <a:latin typeface="Segoe UI"/>
                <a:ea typeface="Segoe UI"/>
                <a:cs typeface="Segoe UI"/>
              </a:defRPr>
            </a:lvl2pPr>
            <a:lvl3pPr algn="l">
              <a:defRPr sz="2850" b="1">
                <a:solidFill>
                  <a:srgbClr val="11152B"/>
                </a:solidFill>
                <a:latin typeface="Segoe UI"/>
                <a:ea typeface="Segoe UI"/>
                <a:cs typeface="Segoe UI"/>
              </a:defRPr>
            </a:lvl3pPr>
            <a:lvl4pPr algn="l">
              <a:defRPr sz="2850" b="1">
                <a:solidFill>
                  <a:srgbClr val="11152B"/>
                </a:solidFill>
                <a:latin typeface="Segoe UI"/>
                <a:ea typeface="Segoe UI"/>
                <a:cs typeface="Segoe UI"/>
              </a:defRPr>
            </a:lvl4pPr>
            <a:lvl5pPr algn="l">
              <a:defRPr sz="2850" b="1">
                <a:solidFill>
                  <a:srgbClr val="11152B"/>
                </a:solidFill>
                <a:latin typeface="Segoe UI"/>
                <a:ea typeface="Segoe UI"/>
                <a:cs typeface="Segoe UI"/>
              </a:defRPr>
            </a:lvl5pPr>
            <a:lvl6pPr algn="l">
              <a:defRPr sz="2850" b="1">
                <a:solidFill>
                  <a:srgbClr val="11152B"/>
                </a:solidFill>
                <a:latin typeface="Segoe UI"/>
                <a:ea typeface="Segoe UI"/>
                <a:cs typeface="Segoe UI"/>
              </a:defRPr>
            </a:lvl6pPr>
            <a:lvl7pPr algn="l">
              <a:defRPr sz="2850" b="1">
                <a:solidFill>
                  <a:srgbClr val="11152B"/>
                </a:solidFill>
                <a:latin typeface="Segoe UI"/>
                <a:ea typeface="Segoe UI"/>
                <a:cs typeface="Segoe UI"/>
              </a:defRPr>
            </a:lvl7pPr>
            <a:lvl8pPr algn="l">
              <a:defRPr sz="2850" b="1">
                <a:solidFill>
                  <a:srgbClr val="11152B"/>
                </a:solidFill>
                <a:latin typeface="Segoe UI"/>
                <a:ea typeface="Segoe UI"/>
                <a:cs typeface="Segoe UI"/>
              </a:defRPr>
            </a:lvl8pPr>
            <a:lvl9pPr algn="l">
              <a:defRPr sz="2850" b="1">
                <a:solidFill>
                  <a:srgbClr val="11152B"/>
                </a:solidFill>
                <a:latin typeface="Segoe UI"/>
                <a:ea typeface="Segoe UI"/>
                <a:cs typeface="Segoe UI"/>
              </a:defRPr>
            </a:lvl9pPr>
          </a:lstStyle>
          <a:p xmlns:a="http://schemas.openxmlformats.org/drawingml/2006/main">
            <a:pPr algn="l">
              <a:defRPr sz="2850" b="1">
                <a:solidFill>
                  <a:srgbClr val="11152B"/>
                </a:solidFill>
                <a:latin typeface="Segoe UI"/>
                <a:ea typeface="Segoe UI"/>
                <a:cs typeface="Segoe UI"/>
              </a:defRPr>
            </a:pPr>
            <a:r>
              <a:rPr sz="2850" b="1">
                <a:solidFill>
                  <a:srgbClr val="11152B"/>
                </a:solidFill>
                <a:latin typeface="Segoe UI"/>
                <a:ea typeface="Segoe UI"/>
                <a:cs typeface="Segoe UI"/>
              </a:rPr>
              <a:t>Mapa tecnológico</a:t>
            </a:r>
          </a:p>
        </p:txBody>
      </p:sp>
      <p:sp>
        <p:nvSpPr>
          <p:cNvPr id="2" name="">
            <a:extLst xmlns:a="http://schemas.openxmlformats.org/drawingml/2006/main">
              <a:ext uri="{FF2B5EF4-FFF2-40B4-BE49-F238E27FC236}">
                <a16:creationId xmlns:a16="http://schemas.microsoft.com/office/drawing/2014/main" id="{A2FFD057-FF0E-4953-A8B3-BEB8A6550FA5}"/>
              </a:ext>
            </a:extLst>
          </p:cNvPr>
          <p:cNvSpPr>
            <a:spLocks xmlns:a="http://schemas.openxmlformats.org/drawingml/2006/main" noGrp="1"/>
          </p:cNvSpPr>
          <p:nvPr/>
        </p:nvSpPr>
        <p:spPr>
          <a:xfrm xmlns:a="http://schemas.openxmlformats.org/drawingml/2006/main">
            <a:off x="666750" y="1181100"/>
            <a:ext cx="10858500" cy="0"/>
          </a:xfrm>
          <a:prstGeom xmlns:a="http://schemas.openxmlformats.org/drawingml/2006/main" prst="line">
            <a:avLst/>
          </a:prstGeom>
          <a:noFill xmlns:a="http://schemas.openxmlformats.org/drawingml/2006/main"/>
          <a:ln xmlns:a="http://schemas.openxmlformats.org/drawingml/2006/main" w="11430">
            <a:solidFill>
              <a:srgbClr val="D7DFF2"/>
            </a:solidFill>
            <a:prstDash val="solid"/>
          </a:ln>
        </p:spPr>
      </p:sp>
      <p:sp>
        <p:nvSpPr>
          <p:cNvPr id="3" name="">
            <a:extLst xmlns:a="http://schemas.openxmlformats.org/drawingml/2006/main">
              <a:ext uri="{FF2B5EF4-FFF2-40B4-BE49-F238E27FC236}">
                <a16:creationId xmlns:a16="http://schemas.microsoft.com/office/drawing/2014/main" id="{A825834A-89CD-4D08-83B7-666074EB3460}"/>
              </a:ext>
            </a:extLst>
          </p:cNvPr>
          <p:cNvSpPr>
            <a:spLocks xmlns:a="http://schemas.openxmlformats.org/drawingml/2006/main" noGrp="1"/>
          </p:cNvSpPr>
          <p:nvPr/>
        </p:nvSpPr>
        <p:spPr>
          <a:xfrm xmlns:a="http://schemas.openxmlformats.org/drawingml/2006/main">
            <a:off x="11210925" y="62103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0">
                <a:solidFill>
                  <a:srgbClr val="65738F"/>
                </a:solidFill>
                <a:latin typeface="Segoe UI"/>
                <a:ea typeface="Segoe UI"/>
                <a:cs typeface="Segoe UI"/>
              </a:defRPr>
            </a:defPPr>
            <a:lvl1pPr algn="r">
              <a:defRPr sz="975" b="0">
                <a:solidFill>
                  <a:srgbClr val="65738F"/>
                </a:solidFill>
                <a:latin typeface="Segoe UI"/>
                <a:ea typeface="Segoe UI"/>
                <a:cs typeface="Segoe UI"/>
              </a:defRPr>
            </a:lvl1pPr>
            <a:lvl2pPr algn="r">
              <a:defRPr sz="975" b="0">
                <a:solidFill>
                  <a:srgbClr val="65738F"/>
                </a:solidFill>
                <a:latin typeface="Segoe UI"/>
                <a:ea typeface="Segoe UI"/>
                <a:cs typeface="Segoe UI"/>
              </a:defRPr>
            </a:lvl2pPr>
            <a:lvl3pPr algn="r">
              <a:defRPr sz="975" b="0">
                <a:solidFill>
                  <a:srgbClr val="65738F"/>
                </a:solidFill>
                <a:latin typeface="Segoe UI"/>
                <a:ea typeface="Segoe UI"/>
                <a:cs typeface="Segoe UI"/>
              </a:defRPr>
            </a:lvl3pPr>
            <a:lvl4pPr algn="r">
              <a:defRPr sz="975" b="0">
                <a:solidFill>
                  <a:srgbClr val="65738F"/>
                </a:solidFill>
                <a:latin typeface="Segoe UI"/>
                <a:ea typeface="Segoe UI"/>
                <a:cs typeface="Segoe UI"/>
              </a:defRPr>
            </a:lvl4pPr>
            <a:lvl5pPr algn="r">
              <a:defRPr sz="975" b="0">
                <a:solidFill>
                  <a:srgbClr val="65738F"/>
                </a:solidFill>
                <a:latin typeface="Segoe UI"/>
                <a:ea typeface="Segoe UI"/>
                <a:cs typeface="Segoe UI"/>
              </a:defRPr>
            </a:lvl5pPr>
            <a:lvl6pPr algn="r">
              <a:defRPr sz="975" b="0">
                <a:solidFill>
                  <a:srgbClr val="65738F"/>
                </a:solidFill>
                <a:latin typeface="Segoe UI"/>
                <a:ea typeface="Segoe UI"/>
                <a:cs typeface="Segoe UI"/>
              </a:defRPr>
            </a:lvl6pPr>
            <a:lvl7pPr algn="r">
              <a:defRPr sz="975" b="0">
                <a:solidFill>
                  <a:srgbClr val="65738F"/>
                </a:solidFill>
                <a:latin typeface="Segoe UI"/>
                <a:ea typeface="Segoe UI"/>
                <a:cs typeface="Segoe UI"/>
              </a:defRPr>
            </a:lvl7pPr>
            <a:lvl8pPr algn="r">
              <a:defRPr sz="975" b="0">
                <a:solidFill>
                  <a:srgbClr val="65738F"/>
                </a:solidFill>
                <a:latin typeface="Segoe UI"/>
                <a:ea typeface="Segoe UI"/>
                <a:cs typeface="Segoe UI"/>
              </a:defRPr>
            </a:lvl8pPr>
            <a:lvl9pPr algn="r">
              <a:defRPr sz="975" b="0">
                <a:solidFill>
                  <a:srgbClr val="65738F"/>
                </a:solidFill>
                <a:latin typeface="Segoe UI"/>
                <a:ea typeface="Segoe UI"/>
                <a:cs typeface="Segoe UI"/>
              </a:defRPr>
            </a:lvl9pPr>
          </a:lstStyle>
          <a:p xmlns:a="http://schemas.openxmlformats.org/drawingml/2006/main">
            <a:pPr algn="r">
              <a:defRPr sz="975" b="0">
                <a:solidFill>
                  <a:srgbClr val="65738F"/>
                </a:solidFill>
                <a:latin typeface="Segoe UI"/>
                <a:ea typeface="Segoe UI"/>
                <a:cs typeface="Segoe UI"/>
              </a:defRPr>
            </a:pPr>
            <a:r>
              <a:rPr sz="975" b="0">
                <a:solidFill>
                  <a:srgbClr val="65738F"/>
                </a:solidFill>
                <a:latin typeface="Segoe UI"/>
                <a:ea typeface="Segoe UI"/>
                <a:cs typeface="Segoe UI"/>
              </a:rPr>
              <a:t>05</a:t>
            </a:r>
          </a:p>
        </p:txBody>
      </p:sp>
      <p:sp>
        <p:nvSpPr>
          <p:cNvPr id="4" name="">
            <a:extLst xmlns:a="http://schemas.openxmlformats.org/drawingml/2006/main">
              <a:ext uri="{FF2B5EF4-FFF2-40B4-BE49-F238E27FC236}">
                <a16:creationId xmlns:a16="http://schemas.microsoft.com/office/drawing/2014/main" id="{7A5471E5-C08B-4E38-AEEA-371C88DDEA6F}"/>
              </a:ext>
            </a:extLst>
          </p:cNvPr>
          <p:cNvSpPr>
            <a:spLocks xmlns:a="http://schemas.openxmlformats.org/drawingml/2006/main" noGrp="1"/>
          </p:cNvSpPr>
          <p:nvPr/>
        </p:nvSpPr>
        <p:spPr>
          <a:xfrm xmlns:a="http://schemas.openxmlformats.org/drawingml/2006/main">
            <a:off x="685800" y="1504950"/>
            <a:ext cx="1019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950" b="0">
                <a:solidFill>
                  <a:srgbClr val="65738F"/>
                </a:solidFill>
                <a:latin typeface="Segoe UI"/>
                <a:ea typeface="Segoe UI"/>
                <a:cs typeface="Segoe UI"/>
              </a:defRPr>
            </a:defPPr>
            <a:lvl1pPr algn="l">
              <a:defRPr sz="1950" b="0">
                <a:solidFill>
                  <a:srgbClr val="65738F"/>
                </a:solidFill>
                <a:latin typeface="Segoe UI"/>
                <a:ea typeface="Segoe UI"/>
                <a:cs typeface="Segoe UI"/>
              </a:defRPr>
            </a:lvl1pPr>
            <a:lvl2pPr algn="l">
              <a:defRPr sz="1950" b="0">
                <a:solidFill>
                  <a:srgbClr val="65738F"/>
                </a:solidFill>
                <a:latin typeface="Segoe UI"/>
                <a:ea typeface="Segoe UI"/>
                <a:cs typeface="Segoe UI"/>
              </a:defRPr>
            </a:lvl2pPr>
            <a:lvl3pPr algn="l">
              <a:defRPr sz="1950" b="0">
                <a:solidFill>
                  <a:srgbClr val="65738F"/>
                </a:solidFill>
                <a:latin typeface="Segoe UI"/>
                <a:ea typeface="Segoe UI"/>
                <a:cs typeface="Segoe UI"/>
              </a:defRPr>
            </a:lvl3pPr>
            <a:lvl4pPr algn="l">
              <a:defRPr sz="1950" b="0">
                <a:solidFill>
                  <a:srgbClr val="65738F"/>
                </a:solidFill>
                <a:latin typeface="Segoe UI"/>
                <a:ea typeface="Segoe UI"/>
                <a:cs typeface="Segoe UI"/>
              </a:defRPr>
            </a:lvl4pPr>
            <a:lvl5pPr algn="l">
              <a:defRPr sz="1950" b="0">
                <a:solidFill>
                  <a:srgbClr val="65738F"/>
                </a:solidFill>
                <a:latin typeface="Segoe UI"/>
                <a:ea typeface="Segoe UI"/>
                <a:cs typeface="Segoe UI"/>
              </a:defRPr>
            </a:lvl5pPr>
            <a:lvl6pPr algn="l">
              <a:defRPr sz="1950" b="0">
                <a:solidFill>
                  <a:srgbClr val="65738F"/>
                </a:solidFill>
                <a:latin typeface="Segoe UI"/>
                <a:ea typeface="Segoe UI"/>
                <a:cs typeface="Segoe UI"/>
              </a:defRPr>
            </a:lvl6pPr>
            <a:lvl7pPr algn="l">
              <a:defRPr sz="1950" b="0">
                <a:solidFill>
                  <a:srgbClr val="65738F"/>
                </a:solidFill>
                <a:latin typeface="Segoe UI"/>
                <a:ea typeface="Segoe UI"/>
                <a:cs typeface="Segoe UI"/>
              </a:defRPr>
            </a:lvl7pPr>
            <a:lvl8pPr algn="l">
              <a:defRPr sz="1950" b="0">
                <a:solidFill>
                  <a:srgbClr val="65738F"/>
                </a:solidFill>
                <a:latin typeface="Segoe UI"/>
                <a:ea typeface="Segoe UI"/>
                <a:cs typeface="Segoe UI"/>
              </a:defRPr>
            </a:lvl8pPr>
            <a:lvl9pPr algn="l">
              <a:defRPr sz="1950" b="0">
                <a:solidFill>
                  <a:srgbClr val="65738F"/>
                </a:solidFill>
                <a:latin typeface="Segoe UI"/>
                <a:ea typeface="Segoe UI"/>
                <a:cs typeface="Segoe UI"/>
              </a:defRPr>
            </a:lvl9pPr>
          </a:lstStyle>
          <a:p xmlns:a="http://schemas.openxmlformats.org/drawingml/2006/main">
            <a:pPr algn="l">
              <a:defRPr sz="1950" b="0">
                <a:solidFill>
                  <a:srgbClr val="65738F"/>
                </a:solidFill>
                <a:latin typeface="Segoe UI"/>
                <a:ea typeface="Segoe UI"/>
                <a:cs typeface="Segoe UI"/>
              </a:defRPr>
            </a:pPr>
            <a:r>
              <a:rPr sz="1950" b="0">
                <a:solidFill>
                  <a:srgbClr val="65738F"/>
                </a:solidFill>
                <a:latin typeface="Segoe UI"/>
                <a:ea typeface="Segoe UI"/>
                <a:cs typeface="Segoe UI"/>
              </a:rPr>
              <a:t>Qué hace cada pieza</a:t>
            </a:r>
          </a:p>
        </p:txBody>
      </p:sp>
      <p:sp>
        <p:nvSpPr>
          <p:cNvPr id="5" name="">
            <a:extLst xmlns:a="http://schemas.openxmlformats.org/drawingml/2006/main">
              <a:ext uri="{FF2B5EF4-FFF2-40B4-BE49-F238E27FC236}">
                <a16:creationId xmlns:a16="http://schemas.microsoft.com/office/drawing/2014/main" id="{084E7111-251E-4801-AED6-8CF892662A52}"/>
              </a:ext>
            </a:extLst>
          </p:cNvPr>
          <p:cNvSpPr>
            <a:spLocks xmlns:a="http://schemas.openxmlformats.org/drawingml/2006/main" noGrp="1"/>
          </p:cNvSpPr>
          <p:nvPr/>
        </p:nvSpPr>
        <p:spPr>
          <a:xfrm xmlns:a="http://schemas.openxmlformats.org/drawingml/2006/main">
            <a:off x="685800" y="2143125"/>
            <a:ext cx="476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1">
                <a:solidFill>
                  <a:srgbClr val="3651FF"/>
                </a:solidFill>
                <a:latin typeface="Segoe UI"/>
                <a:ea typeface="Segoe UI"/>
                <a:cs typeface="Segoe UI"/>
              </a:defRPr>
            </a:defPPr>
            <a:lvl1pPr algn="l">
              <a:defRPr sz="1275" b="1">
                <a:solidFill>
                  <a:srgbClr val="3651FF"/>
                </a:solidFill>
                <a:latin typeface="Segoe UI"/>
                <a:ea typeface="Segoe UI"/>
                <a:cs typeface="Segoe UI"/>
              </a:defRPr>
            </a:lvl1pPr>
            <a:lvl2pPr algn="l">
              <a:defRPr sz="1275" b="1">
                <a:solidFill>
                  <a:srgbClr val="3651FF"/>
                </a:solidFill>
                <a:latin typeface="Segoe UI"/>
                <a:ea typeface="Segoe UI"/>
                <a:cs typeface="Segoe UI"/>
              </a:defRPr>
            </a:lvl2pPr>
            <a:lvl3pPr algn="l">
              <a:defRPr sz="1275" b="1">
                <a:solidFill>
                  <a:srgbClr val="3651FF"/>
                </a:solidFill>
                <a:latin typeface="Segoe UI"/>
                <a:ea typeface="Segoe UI"/>
                <a:cs typeface="Segoe UI"/>
              </a:defRPr>
            </a:lvl3pPr>
            <a:lvl4pPr algn="l">
              <a:defRPr sz="1275" b="1">
                <a:solidFill>
                  <a:srgbClr val="3651FF"/>
                </a:solidFill>
                <a:latin typeface="Segoe UI"/>
                <a:ea typeface="Segoe UI"/>
                <a:cs typeface="Segoe UI"/>
              </a:defRPr>
            </a:lvl4pPr>
            <a:lvl5pPr algn="l">
              <a:defRPr sz="1275" b="1">
                <a:solidFill>
                  <a:srgbClr val="3651FF"/>
                </a:solidFill>
                <a:latin typeface="Segoe UI"/>
                <a:ea typeface="Segoe UI"/>
                <a:cs typeface="Segoe UI"/>
              </a:defRPr>
            </a:lvl5pPr>
            <a:lvl6pPr algn="l">
              <a:defRPr sz="1275" b="1">
                <a:solidFill>
                  <a:srgbClr val="3651FF"/>
                </a:solidFill>
                <a:latin typeface="Segoe UI"/>
                <a:ea typeface="Segoe UI"/>
                <a:cs typeface="Segoe UI"/>
              </a:defRPr>
            </a:lvl6pPr>
            <a:lvl7pPr algn="l">
              <a:defRPr sz="1275" b="1">
                <a:solidFill>
                  <a:srgbClr val="3651FF"/>
                </a:solidFill>
                <a:latin typeface="Segoe UI"/>
                <a:ea typeface="Segoe UI"/>
                <a:cs typeface="Segoe UI"/>
              </a:defRPr>
            </a:lvl7pPr>
            <a:lvl8pPr algn="l">
              <a:defRPr sz="1275" b="1">
                <a:solidFill>
                  <a:srgbClr val="3651FF"/>
                </a:solidFill>
                <a:latin typeface="Segoe UI"/>
                <a:ea typeface="Segoe UI"/>
                <a:cs typeface="Segoe UI"/>
              </a:defRPr>
            </a:lvl8pPr>
            <a:lvl9pPr algn="l">
              <a:defRPr sz="1275" b="1">
                <a:solidFill>
                  <a:srgbClr val="3651FF"/>
                </a:solidFill>
                <a:latin typeface="Segoe UI"/>
                <a:ea typeface="Segoe UI"/>
                <a:cs typeface="Segoe UI"/>
              </a:defRPr>
            </a:lvl9pPr>
          </a:lstStyle>
          <a:p xmlns:a="http://schemas.openxmlformats.org/drawingml/2006/main">
            <a:pPr algn="l">
              <a:defRPr sz="1275" b="1">
                <a:solidFill>
                  <a:srgbClr val="3651FF"/>
                </a:solidFill>
                <a:latin typeface="Segoe UI"/>
                <a:ea typeface="Segoe UI"/>
                <a:cs typeface="Segoe UI"/>
              </a:defRPr>
            </a:pPr>
            <a:r>
              <a:rPr sz="1275" b="1">
                <a:solidFill>
                  <a:srgbClr val="3651FF"/>
                </a:solidFill>
                <a:latin typeface="Segoe UI"/>
                <a:ea typeface="Segoe UI"/>
                <a:cs typeface="Segoe UI"/>
              </a:rPr>
              <a:t>01</a:t>
            </a:r>
          </a:p>
        </p:txBody>
      </p:sp>
      <p:sp>
        <p:nvSpPr>
          <p:cNvPr id="6" name="">
            <a:extLst xmlns:a="http://schemas.openxmlformats.org/drawingml/2006/main">
              <a:ext uri="{FF2B5EF4-FFF2-40B4-BE49-F238E27FC236}">
                <a16:creationId xmlns:a16="http://schemas.microsoft.com/office/drawing/2014/main" id="{52D01141-8E1A-4783-8E93-B82FAA865061}"/>
              </a:ext>
            </a:extLst>
          </p:cNvPr>
          <p:cNvSpPr>
            <a:spLocks xmlns:a="http://schemas.openxmlformats.org/drawingml/2006/main" noGrp="1"/>
          </p:cNvSpPr>
          <p:nvPr/>
        </p:nvSpPr>
        <p:spPr>
          <a:xfrm xmlns:a="http://schemas.openxmlformats.org/drawingml/2006/main">
            <a:off x="1323975" y="2143125"/>
            <a:ext cx="322897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a:solidFill>
                  <a:srgbClr val="11152B"/>
                </a:solidFill>
                <a:latin typeface="Segoe UI"/>
                <a:ea typeface="Segoe UI"/>
                <a:cs typeface="Segoe UI"/>
              </a:defRPr>
            </a:defPPr>
            <a:lvl1pPr algn="l">
              <a:defRPr sz="1725" b="1">
                <a:solidFill>
                  <a:srgbClr val="11152B"/>
                </a:solidFill>
                <a:latin typeface="Segoe UI"/>
                <a:ea typeface="Segoe UI"/>
                <a:cs typeface="Segoe UI"/>
              </a:defRPr>
            </a:lvl1pPr>
            <a:lvl2pPr algn="l">
              <a:defRPr sz="1725" b="1">
                <a:solidFill>
                  <a:srgbClr val="11152B"/>
                </a:solidFill>
                <a:latin typeface="Segoe UI"/>
                <a:ea typeface="Segoe UI"/>
                <a:cs typeface="Segoe UI"/>
              </a:defRPr>
            </a:lvl2pPr>
            <a:lvl3pPr algn="l">
              <a:defRPr sz="1725" b="1">
                <a:solidFill>
                  <a:srgbClr val="11152B"/>
                </a:solidFill>
                <a:latin typeface="Segoe UI"/>
                <a:ea typeface="Segoe UI"/>
                <a:cs typeface="Segoe UI"/>
              </a:defRPr>
            </a:lvl3pPr>
            <a:lvl4pPr algn="l">
              <a:defRPr sz="1725" b="1">
                <a:solidFill>
                  <a:srgbClr val="11152B"/>
                </a:solidFill>
                <a:latin typeface="Segoe UI"/>
                <a:ea typeface="Segoe UI"/>
                <a:cs typeface="Segoe UI"/>
              </a:defRPr>
            </a:lvl4pPr>
            <a:lvl5pPr algn="l">
              <a:defRPr sz="1725" b="1">
                <a:solidFill>
                  <a:srgbClr val="11152B"/>
                </a:solidFill>
                <a:latin typeface="Segoe UI"/>
                <a:ea typeface="Segoe UI"/>
                <a:cs typeface="Segoe UI"/>
              </a:defRPr>
            </a:lvl5pPr>
            <a:lvl6pPr algn="l">
              <a:defRPr sz="1725" b="1">
                <a:solidFill>
                  <a:srgbClr val="11152B"/>
                </a:solidFill>
                <a:latin typeface="Segoe UI"/>
                <a:ea typeface="Segoe UI"/>
                <a:cs typeface="Segoe UI"/>
              </a:defRPr>
            </a:lvl6pPr>
            <a:lvl7pPr algn="l">
              <a:defRPr sz="1725" b="1">
                <a:solidFill>
                  <a:srgbClr val="11152B"/>
                </a:solidFill>
                <a:latin typeface="Segoe UI"/>
                <a:ea typeface="Segoe UI"/>
                <a:cs typeface="Segoe UI"/>
              </a:defRPr>
            </a:lvl7pPr>
            <a:lvl8pPr algn="l">
              <a:defRPr sz="1725" b="1">
                <a:solidFill>
                  <a:srgbClr val="11152B"/>
                </a:solidFill>
                <a:latin typeface="Segoe UI"/>
                <a:ea typeface="Segoe UI"/>
                <a:cs typeface="Segoe UI"/>
              </a:defRPr>
            </a:lvl8pPr>
            <a:lvl9pPr algn="l">
              <a:defRPr sz="1725" b="1">
                <a:solidFill>
                  <a:srgbClr val="11152B"/>
                </a:solidFill>
                <a:latin typeface="Segoe UI"/>
                <a:ea typeface="Segoe UI"/>
                <a:cs typeface="Segoe UI"/>
              </a:defRPr>
            </a:lvl9pPr>
          </a:lstStyle>
          <a:p xmlns:a="http://schemas.openxmlformats.org/drawingml/2006/main">
            <a:pPr algn="l">
              <a:defRPr sz="1725" b="1">
                <a:solidFill>
                  <a:srgbClr val="11152B"/>
                </a:solidFill>
                <a:latin typeface="Segoe UI"/>
                <a:ea typeface="Segoe UI"/>
                <a:cs typeface="Segoe UI"/>
              </a:defRPr>
            </a:pPr>
            <a:r>
              <a:rPr sz="1725" b="1">
                <a:solidFill>
                  <a:srgbClr val="11152B"/>
                </a:solidFill>
                <a:latin typeface="Segoe UI"/>
                <a:ea typeface="Segoe UI"/>
                <a:cs typeface="Segoe UI"/>
              </a:rPr>
              <a:t>Flutter + Dart</a:t>
            </a:r>
          </a:p>
        </p:txBody>
      </p:sp>
      <p:sp>
        <p:nvSpPr>
          <p:cNvPr id="7" name="">
            <a:extLst xmlns:a="http://schemas.openxmlformats.org/drawingml/2006/main">
              <a:ext uri="{FF2B5EF4-FFF2-40B4-BE49-F238E27FC236}">
                <a16:creationId xmlns:a16="http://schemas.microsoft.com/office/drawing/2014/main" id="{575ACCAD-4283-45D1-B181-1CF0CC2E83E0}"/>
              </a:ext>
            </a:extLst>
          </p:cNvPr>
          <p:cNvSpPr>
            <a:spLocks xmlns:a="http://schemas.openxmlformats.org/drawingml/2006/main" noGrp="1"/>
          </p:cNvSpPr>
          <p:nvPr/>
        </p:nvSpPr>
        <p:spPr>
          <a:xfrm xmlns:a="http://schemas.openxmlformats.org/drawingml/2006/main">
            <a:off x="4933950" y="2143125"/>
            <a:ext cx="6572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0">
                <a:solidFill>
                  <a:srgbClr val="65738F"/>
                </a:solidFill>
                <a:latin typeface="Segoe UI"/>
                <a:ea typeface="Segoe UI"/>
                <a:cs typeface="Segoe UI"/>
              </a:defRPr>
            </a:defPPr>
            <a:lvl1pPr algn="l">
              <a:defRPr sz="1500" b="0">
                <a:solidFill>
                  <a:srgbClr val="65738F"/>
                </a:solidFill>
                <a:latin typeface="Segoe UI"/>
                <a:ea typeface="Segoe UI"/>
                <a:cs typeface="Segoe UI"/>
              </a:defRPr>
            </a:lvl1pPr>
            <a:lvl2pPr algn="l">
              <a:defRPr sz="1500" b="0">
                <a:solidFill>
                  <a:srgbClr val="65738F"/>
                </a:solidFill>
                <a:latin typeface="Segoe UI"/>
                <a:ea typeface="Segoe UI"/>
                <a:cs typeface="Segoe UI"/>
              </a:defRPr>
            </a:lvl2pPr>
            <a:lvl3pPr algn="l">
              <a:defRPr sz="1500" b="0">
                <a:solidFill>
                  <a:srgbClr val="65738F"/>
                </a:solidFill>
                <a:latin typeface="Segoe UI"/>
                <a:ea typeface="Segoe UI"/>
                <a:cs typeface="Segoe UI"/>
              </a:defRPr>
            </a:lvl3pPr>
            <a:lvl4pPr algn="l">
              <a:defRPr sz="1500" b="0">
                <a:solidFill>
                  <a:srgbClr val="65738F"/>
                </a:solidFill>
                <a:latin typeface="Segoe UI"/>
                <a:ea typeface="Segoe UI"/>
                <a:cs typeface="Segoe UI"/>
              </a:defRPr>
            </a:lvl4pPr>
            <a:lvl5pPr algn="l">
              <a:defRPr sz="1500" b="0">
                <a:solidFill>
                  <a:srgbClr val="65738F"/>
                </a:solidFill>
                <a:latin typeface="Segoe UI"/>
                <a:ea typeface="Segoe UI"/>
                <a:cs typeface="Segoe UI"/>
              </a:defRPr>
            </a:lvl5pPr>
            <a:lvl6pPr algn="l">
              <a:defRPr sz="1500" b="0">
                <a:solidFill>
                  <a:srgbClr val="65738F"/>
                </a:solidFill>
                <a:latin typeface="Segoe UI"/>
                <a:ea typeface="Segoe UI"/>
                <a:cs typeface="Segoe UI"/>
              </a:defRPr>
            </a:lvl6pPr>
            <a:lvl7pPr algn="l">
              <a:defRPr sz="1500" b="0">
                <a:solidFill>
                  <a:srgbClr val="65738F"/>
                </a:solidFill>
                <a:latin typeface="Segoe UI"/>
                <a:ea typeface="Segoe UI"/>
                <a:cs typeface="Segoe UI"/>
              </a:defRPr>
            </a:lvl7pPr>
            <a:lvl8pPr algn="l">
              <a:defRPr sz="1500" b="0">
                <a:solidFill>
                  <a:srgbClr val="65738F"/>
                </a:solidFill>
                <a:latin typeface="Segoe UI"/>
                <a:ea typeface="Segoe UI"/>
                <a:cs typeface="Segoe UI"/>
              </a:defRPr>
            </a:lvl8pPr>
            <a:lvl9pPr algn="l">
              <a:defRPr sz="1500" b="0">
                <a:solidFill>
                  <a:srgbClr val="65738F"/>
                </a:solidFill>
                <a:latin typeface="Segoe UI"/>
                <a:ea typeface="Segoe UI"/>
                <a:cs typeface="Segoe UI"/>
              </a:defRPr>
            </a:lvl9pPr>
          </a:lstStyle>
          <a:p xmlns:a="http://schemas.openxmlformats.org/drawingml/2006/main">
            <a:pPr algn="l">
              <a:defRPr sz="1500" b="0">
                <a:solidFill>
                  <a:srgbClr val="65738F"/>
                </a:solidFill>
                <a:latin typeface="Segoe UI"/>
                <a:ea typeface="Segoe UI"/>
                <a:cs typeface="Segoe UI"/>
              </a:defRPr>
            </a:pPr>
            <a:r>
              <a:rPr sz="1500" b="0">
                <a:solidFill>
                  <a:srgbClr val="65738F"/>
                </a:solidFill>
                <a:latin typeface="Segoe UI"/>
                <a:ea typeface="Segoe UI"/>
                <a:cs typeface="Segoe UI"/>
              </a:rPr>
              <a:t>Interfaz del DJ y del público; APK Android</a:t>
            </a:r>
          </a:p>
        </p:txBody>
      </p:sp>
      <p:sp>
        <p:nvSpPr>
          <p:cNvPr id="8" name="">
            <a:extLst xmlns:a="http://schemas.openxmlformats.org/drawingml/2006/main">
              <a:ext uri="{FF2B5EF4-FFF2-40B4-BE49-F238E27FC236}">
                <a16:creationId xmlns:a16="http://schemas.microsoft.com/office/drawing/2014/main" id="{386A57F6-8B61-4B84-9B37-FF6B5E00B9B8}"/>
              </a:ext>
            </a:extLst>
          </p:cNvPr>
          <p:cNvSpPr>
            <a:spLocks xmlns:a="http://schemas.openxmlformats.org/drawingml/2006/main" noGrp="1"/>
          </p:cNvSpPr>
          <p:nvPr/>
        </p:nvSpPr>
        <p:spPr>
          <a:xfrm xmlns:a="http://schemas.openxmlformats.org/drawingml/2006/main">
            <a:off x="685800" y="2638425"/>
            <a:ext cx="10820400" cy="0"/>
          </a:xfrm>
          <a:prstGeom xmlns:a="http://schemas.openxmlformats.org/drawingml/2006/main" prst="line">
            <a:avLst/>
          </a:prstGeom>
          <a:noFill xmlns:a="http://schemas.openxmlformats.org/drawingml/2006/main"/>
          <a:ln xmlns:a="http://schemas.openxmlformats.org/drawingml/2006/main" w="9525">
            <a:solidFill>
              <a:srgbClr val="D7DFF2"/>
            </a:solidFill>
            <a:prstDash val="solid"/>
          </a:ln>
        </p:spPr>
      </p:sp>
      <p:sp>
        <p:nvSpPr>
          <p:cNvPr id="9" name="">
            <a:extLst xmlns:a="http://schemas.openxmlformats.org/drawingml/2006/main">
              <a:ext uri="{FF2B5EF4-FFF2-40B4-BE49-F238E27FC236}">
                <a16:creationId xmlns:a16="http://schemas.microsoft.com/office/drawing/2014/main" id="{557BD5BD-1683-4B59-89EA-1879C2061203}"/>
              </a:ext>
            </a:extLst>
          </p:cNvPr>
          <p:cNvSpPr>
            <a:spLocks xmlns:a="http://schemas.openxmlformats.org/drawingml/2006/main" noGrp="1"/>
          </p:cNvSpPr>
          <p:nvPr/>
        </p:nvSpPr>
        <p:spPr>
          <a:xfrm xmlns:a="http://schemas.openxmlformats.org/drawingml/2006/main">
            <a:off x="685800" y="2762250"/>
            <a:ext cx="476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1">
                <a:solidFill>
                  <a:srgbClr val="3651FF"/>
                </a:solidFill>
                <a:latin typeface="Segoe UI"/>
                <a:ea typeface="Segoe UI"/>
                <a:cs typeface="Segoe UI"/>
              </a:defRPr>
            </a:defPPr>
            <a:lvl1pPr algn="l">
              <a:defRPr sz="1275" b="1">
                <a:solidFill>
                  <a:srgbClr val="3651FF"/>
                </a:solidFill>
                <a:latin typeface="Segoe UI"/>
                <a:ea typeface="Segoe UI"/>
                <a:cs typeface="Segoe UI"/>
              </a:defRPr>
            </a:lvl1pPr>
            <a:lvl2pPr algn="l">
              <a:defRPr sz="1275" b="1">
                <a:solidFill>
                  <a:srgbClr val="3651FF"/>
                </a:solidFill>
                <a:latin typeface="Segoe UI"/>
                <a:ea typeface="Segoe UI"/>
                <a:cs typeface="Segoe UI"/>
              </a:defRPr>
            </a:lvl2pPr>
            <a:lvl3pPr algn="l">
              <a:defRPr sz="1275" b="1">
                <a:solidFill>
                  <a:srgbClr val="3651FF"/>
                </a:solidFill>
                <a:latin typeface="Segoe UI"/>
                <a:ea typeface="Segoe UI"/>
                <a:cs typeface="Segoe UI"/>
              </a:defRPr>
            </a:lvl3pPr>
            <a:lvl4pPr algn="l">
              <a:defRPr sz="1275" b="1">
                <a:solidFill>
                  <a:srgbClr val="3651FF"/>
                </a:solidFill>
                <a:latin typeface="Segoe UI"/>
                <a:ea typeface="Segoe UI"/>
                <a:cs typeface="Segoe UI"/>
              </a:defRPr>
            </a:lvl4pPr>
            <a:lvl5pPr algn="l">
              <a:defRPr sz="1275" b="1">
                <a:solidFill>
                  <a:srgbClr val="3651FF"/>
                </a:solidFill>
                <a:latin typeface="Segoe UI"/>
                <a:ea typeface="Segoe UI"/>
                <a:cs typeface="Segoe UI"/>
              </a:defRPr>
            </a:lvl5pPr>
            <a:lvl6pPr algn="l">
              <a:defRPr sz="1275" b="1">
                <a:solidFill>
                  <a:srgbClr val="3651FF"/>
                </a:solidFill>
                <a:latin typeface="Segoe UI"/>
                <a:ea typeface="Segoe UI"/>
                <a:cs typeface="Segoe UI"/>
              </a:defRPr>
            </a:lvl6pPr>
            <a:lvl7pPr algn="l">
              <a:defRPr sz="1275" b="1">
                <a:solidFill>
                  <a:srgbClr val="3651FF"/>
                </a:solidFill>
                <a:latin typeface="Segoe UI"/>
                <a:ea typeface="Segoe UI"/>
                <a:cs typeface="Segoe UI"/>
              </a:defRPr>
            </a:lvl7pPr>
            <a:lvl8pPr algn="l">
              <a:defRPr sz="1275" b="1">
                <a:solidFill>
                  <a:srgbClr val="3651FF"/>
                </a:solidFill>
                <a:latin typeface="Segoe UI"/>
                <a:ea typeface="Segoe UI"/>
                <a:cs typeface="Segoe UI"/>
              </a:defRPr>
            </a:lvl8pPr>
            <a:lvl9pPr algn="l">
              <a:defRPr sz="1275" b="1">
                <a:solidFill>
                  <a:srgbClr val="3651FF"/>
                </a:solidFill>
                <a:latin typeface="Segoe UI"/>
                <a:ea typeface="Segoe UI"/>
                <a:cs typeface="Segoe UI"/>
              </a:defRPr>
            </a:lvl9pPr>
          </a:lstStyle>
          <a:p xmlns:a="http://schemas.openxmlformats.org/drawingml/2006/main">
            <a:pPr algn="l">
              <a:defRPr sz="1275" b="1">
                <a:solidFill>
                  <a:srgbClr val="3651FF"/>
                </a:solidFill>
                <a:latin typeface="Segoe UI"/>
                <a:ea typeface="Segoe UI"/>
                <a:cs typeface="Segoe UI"/>
              </a:defRPr>
            </a:pPr>
            <a:r>
              <a:rPr sz="1275" b="1">
                <a:solidFill>
                  <a:srgbClr val="3651FF"/>
                </a:solidFill>
                <a:latin typeface="Segoe UI"/>
                <a:ea typeface="Segoe UI"/>
                <a:cs typeface="Segoe UI"/>
              </a:rPr>
              <a:t>02</a:t>
            </a:r>
          </a:p>
        </p:txBody>
      </p:sp>
      <p:sp>
        <p:nvSpPr>
          <p:cNvPr id="10" name="">
            <a:extLst xmlns:a="http://schemas.openxmlformats.org/drawingml/2006/main">
              <a:ext uri="{FF2B5EF4-FFF2-40B4-BE49-F238E27FC236}">
                <a16:creationId xmlns:a16="http://schemas.microsoft.com/office/drawing/2014/main" id="{4EF88031-2813-4F81-B31D-53A2A587916A}"/>
              </a:ext>
            </a:extLst>
          </p:cNvPr>
          <p:cNvSpPr>
            <a:spLocks xmlns:a="http://schemas.openxmlformats.org/drawingml/2006/main" noGrp="1"/>
          </p:cNvSpPr>
          <p:nvPr/>
        </p:nvSpPr>
        <p:spPr>
          <a:xfrm xmlns:a="http://schemas.openxmlformats.org/drawingml/2006/main">
            <a:off x="1323975" y="2762250"/>
            <a:ext cx="322897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a:solidFill>
                  <a:srgbClr val="11152B"/>
                </a:solidFill>
                <a:latin typeface="Segoe UI"/>
                <a:ea typeface="Segoe UI"/>
                <a:cs typeface="Segoe UI"/>
              </a:defRPr>
            </a:defPPr>
            <a:lvl1pPr algn="l">
              <a:defRPr sz="1725" b="1">
                <a:solidFill>
                  <a:srgbClr val="11152B"/>
                </a:solidFill>
                <a:latin typeface="Segoe UI"/>
                <a:ea typeface="Segoe UI"/>
                <a:cs typeface="Segoe UI"/>
              </a:defRPr>
            </a:lvl1pPr>
            <a:lvl2pPr algn="l">
              <a:defRPr sz="1725" b="1">
                <a:solidFill>
                  <a:srgbClr val="11152B"/>
                </a:solidFill>
                <a:latin typeface="Segoe UI"/>
                <a:ea typeface="Segoe UI"/>
                <a:cs typeface="Segoe UI"/>
              </a:defRPr>
            </a:lvl2pPr>
            <a:lvl3pPr algn="l">
              <a:defRPr sz="1725" b="1">
                <a:solidFill>
                  <a:srgbClr val="11152B"/>
                </a:solidFill>
                <a:latin typeface="Segoe UI"/>
                <a:ea typeface="Segoe UI"/>
                <a:cs typeface="Segoe UI"/>
              </a:defRPr>
            </a:lvl3pPr>
            <a:lvl4pPr algn="l">
              <a:defRPr sz="1725" b="1">
                <a:solidFill>
                  <a:srgbClr val="11152B"/>
                </a:solidFill>
                <a:latin typeface="Segoe UI"/>
                <a:ea typeface="Segoe UI"/>
                <a:cs typeface="Segoe UI"/>
              </a:defRPr>
            </a:lvl4pPr>
            <a:lvl5pPr algn="l">
              <a:defRPr sz="1725" b="1">
                <a:solidFill>
                  <a:srgbClr val="11152B"/>
                </a:solidFill>
                <a:latin typeface="Segoe UI"/>
                <a:ea typeface="Segoe UI"/>
                <a:cs typeface="Segoe UI"/>
              </a:defRPr>
            </a:lvl5pPr>
            <a:lvl6pPr algn="l">
              <a:defRPr sz="1725" b="1">
                <a:solidFill>
                  <a:srgbClr val="11152B"/>
                </a:solidFill>
                <a:latin typeface="Segoe UI"/>
                <a:ea typeface="Segoe UI"/>
                <a:cs typeface="Segoe UI"/>
              </a:defRPr>
            </a:lvl6pPr>
            <a:lvl7pPr algn="l">
              <a:defRPr sz="1725" b="1">
                <a:solidFill>
                  <a:srgbClr val="11152B"/>
                </a:solidFill>
                <a:latin typeface="Segoe UI"/>
                <a:ea typeface="Segoe UI"/>
                <a:cs typeface="Segoe UI"/>
              </a:defRPr>
            </a:lvl7pPr>
            <a:lvl8pPr algn="l">
              <a:defRPr sz="1725" b="1">
                <a:solidFill>
                  <a:srgbClr val="11152B"/>
                </a:solidFill>
                <a:latin typeface="Segoe UI"/>
                <a:ea typeface="Segoe UI"/>
                <a:cs typeface="Segoe UI"/>
              </a:defRPr>
            </a:lvl8pPr>
            <a:lvl9pPr algn="l">
              <a:defRPr sz="1725" b="1">
                <a:solidFill>
                  <a:srgbClr val="11152B"/>
                </a:solidFill>
                <a:latin typeface="Segoe UI"/>
                <a:ea typeface="Segoe UI"/>
                <a:cs typeface="Segoe UI"/>
              </a:defRPr>
            </a:lvl9pPr>
          </a:lstStyle>
          <a:p xmlns:a="http://schemas.openxmlformats.org/drawingml/2006/main">
            <a:pPr algn="l">
              <a:defRPr sz="1725" b="1">
                <a:solidFill>
                  <a:srgbClr val="11152B"/>
                </a:solidFill>
                <a:latin typeface="Segoe UI"/>
                <a:ea typeface="Segoe UI"/>
                <a:cs typeface="Segoe UI"/>
              </a:defRPr>
            </a:pPr>
            <a:r>
              <a:rPr sz="1725" b="1">
                <a:solidFill>
                  <a:srgbClr val="11152B"/>
                </a:solidFill>
                <a:latin typeface="Segoe UI"/>
                <a:ea typeface="Segoe UI"/>
                <a:cs typeface="Segoe UI"/>
              </a:rPr>
              <a:t>Express</a:t>
            </a:r>
          </a:p>
        </p:txBody>
      </p:sp>
      <p:sp>
        <p:nvSpPr>
          <p:cNvPr id="11" name="">
            <a:extLst xmlns:a="http://schemas.openxmlformats.org/drawingml/2006/main">
              <a:ext uri="{FF2B5EF4-FFF2-40B4-BE49-F238E27FC236}">
                <a16:creationId xmlns:a16="http://schemas.microsoft.com/office/drawing/2014/main" id="{A8AC7922-5F83-4D40-8593-087B1CAA5288}"/>
              </a:ext>
            </a:extLst>
          </p:cNvPr>
          <p:cNvSpPr>
            <a:spLocks xmlns:a="http://schemas.openxmlformats.org/drawingml/2006/main" noGrp="1"/>
          </p:cNvSpPr>
          <p:nvPr/>
        </p:nvSpPr>
        <p:spPr>
          <a:xfrm xmlns:a="http://schemas.openxmlformats.org/drawingml/2006/main">
            <a:off x="4933950" y="2762250"/>
            <a:ext cx="6572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0">
                <a:solidFill>
                  <a:srgbClr val="65738F"/>
                </a:solidFill>
                <a:latin typeface="Segoe UI"/>
                <a:ea typeface="Segoe UI"/>
                <a:cs typeface="Segoe UI"/>
              </a:defRPr>
            </a:defPPr>
            <a:lvl1pPr algn="l">
              <a:defRPr sz="1500" b="0">
                <a:solidFill>
                  <a:srgbClr val="65738F"/>
                </a:solidFill>
                <a:latin typeface="Segoe UI"/>
                <a:ea typeface="Segoe UI"/>
                <a:cs typeface="Segoe UI"/>
              </a:defRPr>
            </a:lvl1pPr>
            <a:lvl2pPr algn="l">
              <a:defRPr sz="1500" b="0">
                <a:solidFill>
                  <a:srgbClr val="65738F"/>
                </a:solidFill>
                <a:latin typeface="Segoe UI"/>
                <a:ea typeface="Segoe UI"/>
                <a:cs typeface="Segoe UI"/>
              </a:defRPr>
            </a:lvl2pPr>
            <a:lvl3pPr algn="l">
              <a:defRPr sz="1500" b="0">
                <a:solidFill>
                  <a:srgbClr val="65738F"/>
                </a:solidFill>
                <a:latin typeface="Segoe UI"/>
                <a:ea typeface="Segoe UI"/>
                <a:cs typeface="Segoe UI"/>
              </a:defRPr>
            </a:lvl3pPr>
            <a:lvl4pPr algn="l">
              <a:defRPr sz="1500" b="0">
                <a:solidFill>
                  <a:srgbClr val="65738F"/>
                </a:solidFill>
                <a:latin typeface="Segoe UI"/>
                <a:ea typeface="Segoe UI"/>
                <a:cs typeface="Segoe UI"/>
              </a:defRPr>
            </a:lvl4pPr>
            <a:lvl5pPr algn="l">
              <a:defRPr sz="1500" b="0">
                <a:solidFill>
                  <a:srgbClr val="65738F"/>
                </a:solidFill>
                <a:latin typeface="Segoe UI"/>
                <a:ea typeface="Segoe UI"/>
                <a:cs typeface="Segoe UI"/>
              </a:defRPr>
            </a:lvl5pPr>
            <a:lvl6pPr algn="l">
              <a:defRPr sz="1500" b="0">
                <a:solidFill>
                  <a:srgbClr val="65738F"/>
                </a:solidFill>
                <a:latin typeface="Segoe UI"/>
                <a:ea typeface="Segoe UI"/>
                <a:cs typeface="Segoe UI"/>
              </a:defRPr>
            </a:lvl6pPr>
            <a:lvl7pPr algn="l">
              <a:defRPr sz="1500" b="0">
                <a:solidFill>
                  <a:srgbClr val="65738F"/>
                </a:solidFill>
                <a:latin typeface="Segoe UI"/>
                <a:ea typeface="Segoe UI"/>
                <a:cs typeface="Segoe UI"/>
              </a:defRPr>
            </a:lvl7pPr>
            <a:lvl8pPr algn="l">
              <a:defRPr sz="1500" b="0">
                <a:solidFill>
                  <a:srgbClr val="65738F"/>
                </a:solidFill>
                <a:latin typeface="Segoe UI"/>
                <a:ea typeface="Segoe UI"/>
                <a:cs typeface="Segoe UI"/>
              </a:defRPr>
            </a:lvl8pPr>
            <a:lvl9pPr algn="l">
              <a:defRPr sz="1500" b="0">
                <a:solidFill>
                  <a:srgbClr val="65738F"/>
                </a:solidFill>
                <a:latin typeface="Segoe UI"/>
                <a:ea typeface="Segoe UI"/>
                <a:cs typeface="Segoe UI"/>
              </a:defRPr>
            </a:lvl9pPr>
          </a:lstStyle>
          <a:p xmlns:a="http://schemas.openxmlformats.org/drawingml/2006/main">
            <a:pPr algn="l">
              <a:defRPr sz="1500" b="0">
                <a:solidFill>
                  <a:srgbClr val="65738F"/>
                </a:solidFill>
                <a:latin typeface="Segoe UI"/>
                <a:ea typeface="Segoe UI"/>
                <a:cs typeface="Segoe UI"/>
              </a:defRPr>
            </a:pPr>
            <a:r>
              <a:rPr sz="1500" b="0">
                <a:solidFill>
                  <a:srgbClr val="65738F"/>
                </a:solidFill>
                <a:latin typeface="Segoe UI"/>
                <a:ea typeface="Segoe UI"/>
                <a:cs typeface="Segoe UI"/>
              </a:rPr>
              <a:t>API y reglas del evento</a:t>
            </a:r>
          </a:p>
        </p:txBody>
      </p:sp>
      <p:sp>
        <p:nvSpPr>
          <p:cNvPr id="12" name="">
            <a:extLst xmlns:a="http://schemas.openxmlformats.org/drawingml/2006/main">
              <a:ext uri="{FF2B5EF4-FFF2-40B4-BE49-F238E27FC236}">
                <a16:creationId xmlns:a16="http://schemas.microsoft.com/office/drawing/2014/main" id="{AA9D7993-899D-44B8-9626-EEE16E22FF32}"/>
              </a:ext>
            </a:extLst>
          </p:cNvPr>
          <p:cNvSpPr>
            <a:spLocks xmlns:a="http://schemas.openxmlformats.org/drawingml/2006/main" noGrp="1"/>
          </p:cNvSpPr>
          <p:nvPr/>
        </p:nvSpPr>
        <p:spPr>
          <a:xfrm xmlns:a="http://schemas.openxmlformats.org/drawingml/2006/main">
            <a:off x="685800" y="3257550"/>
            <a:ext cx="10820400" cy="0"/>
          </a:xfrm>
          <a:prstGeom xmlns:a="http://schemas.openxmlformats.org/drawingml/2006/main" prst="line">
            <a:avLst/>
          </a:prstGeom>
          <a:noFill xmlns:a="http://schemas.openxmlformats.org/drawingml/2006/main"/>
          <a:ln xmlns:a="http://schemas.openxmlformats.org/drawingml/2006/main" w="9525">
            <a:solidFill>
              <a:srgbClr val="D7DFF2"/>
            </a:solidFill>
            <a:prstDash val="solid"/>
          </a:ln>
        </p:spPr>
      </p:sp>
      <p:sp>
        <p:nvSpPr>
          <p:cNvPr id="13" name="">
            <a:extLst xmlns:a="http://schemas.openxmlformats.org/drawingml/2006/main">
              <a:ext uri="{FF2B5EF4-FFF2-40B4-BE49-F238E27FC236}">
                <a16:creationId xmlns:a16="http://schemas.microsoft.com/office/drawing/2014/main" id="{E8A63FE0-E9EA-485C-82A3-7F4B539D08DA}"/>
              </a:ext>
            </a:extLst>
          </p:cNvPr>
          <p:cNvSpPr>
            <a:spLocks xmlns:a="http://schemas.openxmlformats.org/drawingml/2006/main" noGrp="1"/>
          </p:cNvSpPr>
          <p:nvPr/>
        </p:nvSpPr>
        <p:spPr>
          <a:xfrm xmlns:a="http://schemas.openxmlformats.org/drawingml/2006/main">
            <a:off x="685800" y="3381375"/>
            <a:ext cx="476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1">
                <a:solidFill>
                  <a:srgbClr val="3651FF"/>
                </a:solidFill>
                <a:latin typeface="Segoe UI"/>
                <a:ea typeface="Segoe UI"/>
                <a:cs typeface="Segoe UI"/>
              </a:defRPr>
            </a:defPPr>
            <a:lvl1pPr algn="l">
              <a:defRPr sz="1275" b="1">
                <a:solidFill>
                  <a:srgbClr val="3651FF"/>
                </a:solidFill>
                <a:latin typeface="Segoe UI"/>
                <a:ea typeface="Segoe UI"/>
                <a:cs typeface="Segoe UI"/>
              </a:defRPr>
            </a:lvl1pPr>
            <a:lvl2pPr algn="l">
              <a:defRPr sz="1275" b="1">
                <a:solidFill>
                  <a:srgbClr val="3651FF"/>
                </a:solidFill>
                <a:latin typeface="Segoe UI"/>
                <a:ea typeface="Segoe UI"/>
                <a:cs typeface="Segoe UI"/>
              </a:defRPr>
            </a:lvl2pPr>
            <a:lvl3pPr algn="l">
              <a:defRPr sz="1275" b="1">
                <a:solidFill>
                  <a:srgbClr val="3651FF"/>
                </a:solidFill>
                <a:latin typeface="Segoe UI"/>
                <a:ea typeface="Segoe UI"/>
                <a:cs typeface="Segoe UI"/>
              </a:defRPr>
            </a:lvl3pPr>
            <a:lvl4pPr algn="l">
              <a:defRPr sz="1275" b="1">
                <a:solidFill>
                  <a:srgbClr val="3651FF"/>
                </a:solidFill>
                <a:latin typeface="Segoe UI"/>
                <a:ea typeface="Segoe UI"/>
                <a:cs typeface="Segoe UI"/>
              </a:defRPr>
            </a:lvl4pPr>
            <a:lvl5pPr algn="l">
              <a:defRPr sz="1275" b="1">
                <a:solidFill>
                  <a:srgbClr val="3651FF"/>
                </a:solidFill>
                <a:latin typeface="Segoe UI"/>
                <a:ea typeface="Segoe UI"/>
                <a:cs typeface="Segoe UI"/>
              </a:defRPr>
            </a:lvl5pPr>
            <a:lvl6pPr algn="l">
              <a:defRPr sz="1275" b="1">
                <a:solidFill>
                  <a:srgbClr val="3651FF"/>
                </a:solidFill>
                <a:latin typeface="Segoe UI"/>
                <a:ea typeface="Segoe UI"/>
                <a:cs typeface="Segoe UI"/>
              </a:defRPr>
            </a:lvl6pPr>
            <a:lvl7pPr algn="l">
              <a:defRPr sz="1275" b="1">
                <a:solidFill>
                  <a:srgbClr val="3651FF"/>
                </a:solidFill>
                <a:latin typeface="Segoe UI"/>
                <a:ea typeface="Segoe UI"/>
                <a:cs typeface="Segoe UI"/>
              </a:defRPr>
            </a:lvl7pPr>
            <a:lvl8pPr algn="l">
              <a:defRPr sz="1275" b="1">
                <a:solidFill>
                  <a:srgbClr val="3651FF"/>
                </a:solidFill>
                <a:latin typeface="Segoe UI"/>
                <a:ea typeface="Segoe UI"/>
                <a:cs typeface="Segoe UI"/>
              </a:defRPr>
            </a:lvl8pPr>
            <a:lvl9pPr algn="l">
              <a:defRPr sz="1275" b="1">
                <a:solidFill>
                  <a:srgbClr val="3651FF"/>
                </a:solidFill>
                <a:latin typeface="Segoe UI"/>
                <a:ea typeface="Segoe UI"/>
                <a:cs typeface="Segoe UI"/>
              </a:defRPr>
            </a:lvl9pPr>
          </a:lstStyle>
          <a:p xmlns:a="http://schemas.openxmlformats.org/drawingml/2006/main">
            <a:pPr algn="l">
              <a:defRPr sz="1275" b="1">
                <a:solidFill>
                  <a:srgbClr val="3651FF"/>
                </a:solidFill>
                <a:latin typeface="Segoe UI"/>
                <a:ea typeface="Segoe UI"/>
                <a:cs typeface="Segoe UI"/>
              </a:defRPr>
            </a:pPr>
            <a:r>
              <a:rPr sz="1275" b="1">
                <a:solidFill>
                  <a:srgbClr val="3651FF"/>
                </a:solidFill>
                <a:latin typeface="Segoe UI"/>
                <a:ea typeface="Segoe UI"/>
                <a:cs typeface="Segoe UI"/>
              </a:rPr>
              <a:t>03</a:t>
            </a:r>
          </a:p>
        </p:txBody>
      </p:sp>
      <p:sp>
        <p:nvSpPr>
          <p:cNvPr id="14" name="">
            <a:extLst xmlns:a="http://schemas.openxmlformats.org/drawingml/2006/main">
              <a:ext uri="{FF2B5EF4-FFF2-40B4-BE49-F238E27FC236}">
                <a16:creationId xmlns:a16="http://schemas.microsoft.com/office/drawing/2014/main" id="{35B440AC-008E-41DF-88C4-FD720C768021}"/>
              </a:ext>
            </a:extLst>
          </p:cNvPr>
          <p:cNvSpPr>
            <a:spLocks xmlns:a="http://schemas.openxmlformats.org/drawingml/2006/main" noGrp="1"/>
          </p:cNvSpPr>
          <p:nvPr/>
        </p:nvSpPr>
        <p:spPr>
          <a:xfrm xmlns:a="http://schemas.openxmlformats.org/drawingml/2006/main">
            <a:off x="1323975" y="3381375"/>
            <a:ext cx="322897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a:solidFill>
                  <a:srgbClr val="11152B"/>
                </a:solidFill>
                <a:latin typeface="Segoe UI"/>
                <a:ea typeface="Segoe UI"/>
                <a:cs typeface="Segoe UI"/>
              </a:defRPr>
            </a:defPPr>
            <a:lvl1pPr algn="l">
              <a:defRPr sz="1725" b="1">
                <a:solidFill>
                  <a:srgbClr val="11152B"/>
                </a:solidFill>
                <a:latin typeface="Segoe UI"/>
                <a:ea typeface="Segoe UI"/>
                <a:cs typeface="Segoe UI"/>
              </a:defRPr>
            </a:lvl1pPr>
            <a:lvl2pPr algn="l">
              <a:defRPr sz="1725" b="1">
                <a:solidFill>
                  <a:srgbClr val="11152B"/>
                </a:solidFill>
                <a:latin typeface="Segoe UI"/>
                <a:ea typeface="Segoe UI"/>
                <a:cs typeface="Segoe UI"/>
              </a:defRPr>
            </a:lvl2pPr>
            <a:lvl3pPr algn="l">
              <a:defRPr sz="1725" b="1">
                <a:solidFill>
                  <a:srgbClr val="11152B"/>
                </a:solidFill>
                <a:latin typeface="Segoe UI"/>
                <a:ea typeface="Segoe UI"/>
                <a:cs typeface="Segoe UI"/>
              </a:defRPr>
            </a:lvl3pPr>
            <a:lvl4pPr algn="l">
              <a:defRPr sz="1725" b="1">
                <a:solidFill>
                  <a:srgbClr val="11152B"/>
                </a:solidFill>
                <a:latin typeface="Segoe UI"/>
                <a:ea typeface="Segoe UI"/>
                <a:cs typeface="Segoe UI"/>
              </a:defRPr>
            </a:lvl4pPr>
            <a:lvl5pPr algn="l">
              <a:defRPr sz="1725" b="1">
                <a:solidFill>
                  <a:srgbClr val="11152B"/>
                </a:solidFill>
                <a:latin typeface="Segoe UI"/>
                <a:ea typeface="Segoe UI"/>
                <a:cs typeface="Segoe UI"/>
              </a:defRPr>
            </a:lvl5pPr>
            <a:lvl6pPr algn="l">
              <a:defRPr sz="1725" b="1">
                <a:solidFill>
                  <a:srgbClr val="11152B"/>
                </a:solidFill>
                <a:latin typeface="Segoe UI"/>
                <a:ea typeface="Segoe UI"/>
                <a:cs typeface="Segoe UI"/>
              </a:defRPr>
            </a:lvl6pPr>
            <a:lvl7pPr algn="l">
              <a:defRPr sz="1725" b="1">
                <a:solidFill>
                  <a:srgbClr val="11152B"/>
                </a:solidFill>
                <a:latin typeface="Segoe UI"/>
                <a:ea typeface="Segoe UI"/>
                <a:cs typeface="Segoe UI"/>
              </a:defRPr>
            </a:lvl7pPr>
            <a:lvl8pPr algn="l">
              <a:defRPr sz="1725" b="1">
                <a:solidFill>
                  <a:srgbClr val="11152B"/>
                </a:solidFill>
                <a:latin typeface="Segoe UI"/>
                <a:ea typeface="Segoe UI"/>
                <a:cs typeface="Segoe UI"/>
              </a:defRPr>
            </a:lvl8pPr>
            <a:lvl9pPr algn="l">
              <a:defRPr sz="1725" b="1">
                <a:solidFill>
                  <a:srgbClr val="11152B"/>
                </a:solidFill>
                <a:latin typeface="Segoe UI"/>
                <a:ea typeface="Segoe UI"/>
                <a:cs typeface="Segoe UI"/>
              </a:defRPr>
            </a:lvl9pPr>
          </a:lstStyle>
          <a:p xmlns:a="http://schemas.openxmlformats.org/drawingml/2006/main">
            <a:pPr algn="l">
              <a:defRPr sz="1725" b="1">
                <a:solidFill>
                  <a:srgbClr val="11152B"/>
                </a:solidFill>
                <a:latin typeface="Segoe UI"/>
                <a:ea typeface="Segoe UI"/>
                <a:cs typeface="Segoe UI"/>
              </a:defRPr>
            </a:pPr>
            <a:r>
              <a:rPr sz="1725" b="1">
                <a:solidFill>
                  <a:srgbClr val="11152B"/>
                </a:solidFill>
                <a:latin typeface="Segoe UI"/>
                <a:ea typeface="Segoe UI"/>
                <a:cs typeface="Segoe UI"/>
              </a:rPr>
              <a:t>PostgreSQL</a:t>
            </a:r>
          </a:p>
        </p:txBody>
      </p:sp>
      <p:sp>
        <p:nvSpPr>
          <p:cNvPr id="15" name="">
            <a:extLst xmlns:a="http://schemas.openxmlformats.org/drawingml/2006/main">
              <a:ext uri="{FF2B5EF4-FFF2-40B4-BE49-F238E27FC236}">
                <a16:creationId xmlns:a16="http://schemas.microsoft.com/office/drawing/2014/main" id="{33D06188-CBFB-4015-8F8A-3949F2C3EAA5}"/>
              </a:ext>
            </a:extLst>
          </p:cNvPr>
          <p:cNvSpPr>
            <a:spLocks xmlns:a="http://schemas.openxmlformats.org/drawingml/2006/main" noGrp="1"/>
          </p:cNvSpPr>
          <p:nvPr/>
        </p:nvSpPr>
        <p:spPr>
          <a:xfrm xmlns:a="http://schemas.openxmlformats.org/drawingml/2006/main">
            <a:off x="4933950" y="3381375"/>
            <a:ext cx="6572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0">
                <a:solidFill>
                  <a:srgbClr val="65738F"/>
                </a:solidFill>
                <a:latin typeface="Segoe UI"/>
                <a:ea typeface="Segoe UI"/>
                <a:cs typeface="Segoe UI"/>
              </a:defRPr>
            </a:defPPr>
            <a:lvl1pPr algn="l">
              <a:defRPr sz="1500" b="0">
                <a:solidFill>
                  <a:srgbClr val="65738F"/>
                </a:solidFill>
                <a:latin typeface="Segoe UI"/>
                <a:ea typeface="Segoe UI"/>
                <a:cs typeface="Segoe UI"/>
              </a:defRPr>
            </a:lvl1pPr>
            <a:lvl2pPr algn="l">
              <a:defRPr sz="1500" b="0">
                <a:solidFill>
                  <a:srgbClr val="65738F"/>
                </a:solidFill>
                <a:latin typeface="Segoe UI"/>
                <a:ea typeface="Segoe UI"/>
                <a:cs typeface="Segoe UI"/>
              </a:defRPr>
            </a:lvl2pPr>
            <a:lvl3pPr algn="l">
              <a:defRPr sz="1500" b="0">
                <a:solidFill>
                  <a:srgbClr val="65738F"/>
                </a:solidFill>
                <a:latin typeface="Segoe UI"/>
                <a:ea typeface="Segoe UI"/>
                <a:cs typeface="Segoe UI"/>
              </a:defRPr>
            </a:lvl3pPr>
            <a:lvl4pPr algn="l">
              <a:defRPr sz="1500" b="0">
                <a:solidFill>
                  <a:srgbClr val="65738F"/>
                </a:solidFill>
                <a:latin typeface="Segoe UI"/>
                <a:ea typeface="Segoe UI"/>
                <a:cs typeface="Segoe UI"/>
              </a:defRPr>
            </a:lvl4pPr>
            <a:lvl5pPr algn="l">
              <a:defRPr sz="1500" b="0">
                <a:solidFill>
                  <a:srgbClr val="65738F"/>
                </a:solidFill>
                <a:latin typeface="Segoe UI"/>
                <a:ea typeface="Segoe UI"/>
                <a:cs typeface="Segoe UI"/>
              </a:defRPr>
            </a:lvl5pPr>
            <a:lvl6pPr algn="l">
              <a:defRPr sz="1500" b="0">
                <a:solidFill>
                  <a:srgbClr val="65738F"/>
                </a:solidFill>
                <a:latin typeface="Segoe UI"/>
                <a:ea typeface="Segoe UI"/>
                <a:cs typeface="Segoe UI"/>
              </a:defRPr>
            </a:lvl6pPr>
            <a:lvl7pPr algn="l">
              <a:defRPr sz="1500" b="0">
                <a:solidFill>
                  <a:srgbClr val="65738F"/>
                </a:solidFill>
                <a:latin typeface="Segoe UI"/>
                <a:ea typeface="Segoe UI"/>
                <a:cs typeface="Segoe UI"/>
              </a:defRPr>
            </a:lvl7pPr>
            <a:lvl8pPr algn="l">
              <a:defRPr sz="1500" b="0">
                <a:solidFill>
                  <a:srgbClr val="65738F"/>
                </a:solidFill>
                <a:latin typeface="Segoe UI"/>
                <a:ea typeface="Segoe UI"/>
                <a:cs typeface="Segoe UI"/>
              </a:defRPr>
            </a:lvl8pPr>
            <a:lvl9pPr algn="l">
              <a:defRPr sz="1500" b="0">
                <a:solidFill>
                  <a:srgbClr val="65738F"/>
                </a:solidFill>
                <a:latin typeface="Segoe UI"/>
                <a:ea typeface="Segoe UI"/>
                <a:cs typeface="Segoe UI"/>
              </a:defRPr>
            </a:lvl9pPr>
          </a:lstStyle>
          <a:p xmlns:a="http://schemas.openxmlformats.org/drawingml/2006/main">
            <a:pPr algn="l">
              <a:defRPr sz="1500" b="0">
                <a:solidFill>
                  <a:srgbClr val="65738F"/>
                </a:solidFill>
                <a:latin typeface="Segoe UI"/>
                <a:ea typeface="Segoe UI"/>
                <a:cs typeface="Segoe UI"/>
              </a:defRPr>
            </a:pPr>
            <a:r>
              <a:rPr sz="1500" b="0">
                <a:solidFill>
                  <a:srgbClr val="65738F"/>
                </a:solidFill>
                <a:latin typeface="Segoe UI"/>
                <a:ea typeface="Segoe UI"/>
                <a:cs typeface="Segoe UI"/>
              </a:rPr>
              <a:t>Cuentas, eventos y solicitudes</a:t>
            </a:r>
          </a:p>
        </p:txBody>
      </p:sp>
      <p:sp>
        <p:nvSpPr>
          <p:cNvPr id="16" name="">
            <a:extLst xmlns:a="http://schemas.openxmlformats.org/drawingml/2006/main">
              <a:ext uri="{FF2B5EF4-FFF2-40B4-BE49-F238E27FC236}">
                <a16:creationId xmlns:a16="http://schemas.microsoft.com/office/drawing/2014/main" id="{5F789475-D51A-4D7F-B297-2F7CC1E303BF}"/>
              </a:ext>
            </a:extLst>
          </p:cNvPr>
          <p:cNvSpPr>
            <a:spLocks xmlns:a="http://schemas.openxmlformats.org/drawingml/2006/main" noGrp="1"/>
          </p:cNvSpPr>
          <p:nvPr/>
        </p:nvSpPr>
        <p:spPr>
          <a:xfrm xmlns:a="http://schemas.openxmlformats.org/drawingml/2006/main">
            <a:off x="685800" y="3876675"/>
            <a:ext cx="10820400" cy="0"/>
          </a:xfrm>
          <a:prstGeom xmlns:a="http://schemas.openxmlformats.org/drawingml/2006/main" prst="line">
            <a:avLst/>
          </a:prstGeom>
          <a:noFill xmlns:a="http://schemas.openxmlformats.org/drawingml/2006/main"/>
          <a:ln xmlns:a="http://schemas.openxmlformats.org/drawingml/2006/main" w="9525">
            <a:solidFill>
              <a:srgbClr val="D7DFF2"/>
            </a:solidFill>
            <a:prstDash val="solid"/>
          </a:ln>
        </p:spPr>
      </p:sp>
      <p:sp>
        <p:nvSpPr>
          <p:cNvPr id="17" name="">
            <a:extLst xmlns:a="http://schemas.openxmlformats.org/drawingml/2006/main">
              <a:ext uri="{FF2B5EF4-FFF2-40B4-BE49-F238E27FC236}">
                <a16:creationId xmlns:a16="http://schemas.microsoft.com/office/drawing/2014/main" id="{258F77E6-0163-4892-A318-602A1BE2E89B}"/>
              </a:ext>
            </a:extLst>
          </p:cNvPr>
          <p:cNvSpPr>
            <a:spLocks xmlns:a="http://schemas.openxmlformats.org/drawingml/2006/main" noGrp="1"/>
          </p:cNvSpPr>
          <p:nvPr/>
        </p:nvSpPr>
        <p:spPr>
          <a:xfrm xmlns:a="http://schemas.openxmlformats.org/drawingml/2006/main">
            <a:off x="685800" y="4000500"/>
            <a:ext cx="476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1">
                <a:solidFill>
                  <a:srgbClr val="3651FF"/>
                </a:solidFill>
                <a:latin typeface="Segoe UI"/>
                <a:ea typeface="Segoe UI"/>
                <a:cs typeface="Segoe UI"/>
              </a:defRPr>
            </a:defPPr>
            <a:lvl1pPr algn="l">
              <a:defRPr sz="1275" b="1">
                <a:solidFill>
                  <a:srgbClr val="3651FF"/>
                </a:solidFill>
                <a:latin typeface="Segoe UI"/>
                <a:ea typeface="Segoe UI"/>
                <a:cs typeface="Segoe UI"/>
              </a:defRPr>
            </a:lvl1pPr>
            <a:lvl2pPr algn="l">
              <a:defRPr sz="1275" b="1">
                <a:solidFill>
                  <a:srgbClr val="3651FF"/>
                </a:solidFill>
                <a:latin typeface="Segoe UI"/>
                <a:ea typeface="Segoe UI"/>
                <a:cs typeface="Segoe UI"/>
              </a:defRPr>
            </a:lvl2pPr>
            <a:lvl3pPr algn="l">
              <a:defRPr sz="1275" b="1">
                <a:solidFill>
                  <a:srgbClr val="3651FF"/>
                </a:solidFill>
                <a:latin typeface="Segoe UI"/>
                <a:ea typeface="Segoe UI"/>
                <a:cs typeface="Segoe UI"/>
              </a:defRPr>
            </a:lvl3pPr>
            <a:lvl4pPr algn="l">
              <a:defRPr sz="1275" b="1">
                <a:solidFill>
                  <a:srgbClr val="3651FF"/>
                </a:solidFill>
                <a:latin typeface="Segoe UI"/>
                <a:ea typeface="Segoe UI"/>
                <a:cs typeface="Segoe UI"/>
              </a:defRPr>
            </a:lvl4pPr>
            <a:lvl5pPr algn="l">
              <a:defRPr sz="1275" b="1">
                <a:solidFill>
                  <a:srgbClr val="3651FF"/>
                </a:solidFill>
                <a:latin typeface="Segoe UI"/>
                <a:ea typeface="Segoe UI"/>
                <a:cs typeface="Segoe UI"/>
              </a:defRPr>
            </a:lvl5pPr>
            <a:lvl6pPr algn="l">
              <a:defRPr sz="1275" b="1">
                <a:solidFill>
                  <a:srgbClr val="3651FF"/>
                </a:solidFill>
                <a:latin typeface="Segoe UI"/>
                <a:ea typeface="Segoe UI"/>
                <a:cs typeface="Segoe UI"/>
              </a:defRPr>
            </a:lvl6pPr>
            <a:lvl7pPr algn="l">
              <a:defRPr sz="1275" b="1">
                <a:solidFill>
                  <a:srgbClr val="3651FF"/>
                </a:solidFill>
                <a:latin typeface="Segoe UI"/>
                <a:ea typeface="Segoe UI"/>
                <a:cs typeface="Segoe UI"/>
              </a:defRPr>
            </a:lvl7pPr>
            <a:lvl8pPr algn="l">
              <a:defRPr sz="1275" b="1">
                <a:solidFill>
                  <a:srgbClr val="3651FF"/>
                </a:solidFill>
                <a:latin typeface="Segoe UI"/>
                <a:ea typeface="Segoe UI"/>
                <a:cs typeface="Segoe UI"/>
              </a:defRPr>
            </a:lvl8pPr>
            <a:lvl9pPr algn="l">
              <a:defRPr sz="1275" b="1">
                <a:solidFill>
                  <a:srgbClr val="3651FF"/>
                </a:solidFill>
                <a:latin typeface="Segoe UI"/>
                <a:ea typeface="Segoe UI"/>
                <a:cs typeface="Segoe UI"/>
              </a:defRPr>
            </a:lvl9pPr>
          </a:lstStyle>
          <a:p xmlns:a="http://schemas.openxmlformats.org/drawingml/2006/main">
            <a:pPr algn="l">
              <a:defRPr sz="1275" b="1">
                <a:solidFill>
                  <a:srgbClr val="3651FF"/>
                </a:solidFill>
                <a:latin typeface="Segoe UI"/>
                <a:ea typeface="Segoe UI"/>
                <a:cs typeface="Segoe UI"/>
              </a:defRPr>
            </a:pPr>
            <a:r>
              <a:rPr sz="1275" b="1">
                <a:solidFill>
                  <a:srgbClr val="3651FF"/>
                </a:solidFill>
                <a:latin typeface="Segoe UI"/>
                <a:ea typeface="Segoe UI"/>
                <a:cs typeface="Segoe UI"/>
              </a:rPr>
              <a:t>04</a:t>
            </a:r>
          </a:p>
        </p:txBody>
      </p:sp>
      <p:sp>
        <p:nvSpPr>
          <p:cNvPr id="18" name="">
            <a:extLst xmlns:a="http://schemas.openxmlformats.org/drawingml/2006/main">
              <a:ext uri="{FF2B5EF4-FFF2-40B4-BE49-F238E27FC236}">
                <a16:creationId xmlns:a16="http://schemas.microsoft.com/office/drawing/2014/main" id="{70829DA7-F69D-4D83-8494-C36806EBBAD4}"/>
              </a:ext>
            </a:extLst>
          </p:cNvPr>
          <p:cNvSpPr>
            <a:spLocks xmlns:a="http://schemas.openxmlformats.org/drawingml/2006/main" noGrp="1"/>
          </p:cNvSpPr>
          <p:nvPr/>
        </p:nvSpPr>
        <p:spPr>
          <a:xfrm xmlns:a="http://schemas.openxmlformats.org/drawingml/2006/main">
            <a:off x="1323975" y="4000500"/>
            <a:ext cx="322897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a:solidFill>
                  <a:srgbClr val="11152B"/>
                </a:solidFill>
                <a:latin typeface="Segoe UI"/>
                <a:ea typeface="Segoe UI"/>
                <a:cs typeface="Segoe UI"/>
              </a:defRPr>
            </a:defPPr>
            <a:lvl1pPr algn="l">
              <a:defRPr sz="1725" b="1">
                <a:solidFill>
                  <a:srgbClr val="11152B"/>
                </a:solidFill>
                <a:latin typeface="Segoe UI"/>
                <a:ea typeface="Segoe UI"/>
                <a:cs typeface="Segoe UI"/>
              </a:defRPr>
            </a:lvl1pPr>
            <a:lvl2pPr algn="l">
              <a:defRPr sz="1725" b="1">
                <a:solidFill>
                  <a:srgbClr val="11152B"/>
                </a:solidFill>
                <a:latin typeface="Segoe UI"/>
                <a:ea typeface="Segoe UI"/>
                <a:cs typeface="Segoe UI"/>
              </a:defRPr>
            </a:lvl2pPr>
            <a:lvl3pPr algn="l">
              <a:defRPr sz="1725" b="1">
                <a:solidFill>
                  <a:srgbClr val="11152B"/>
                </a:solidFill>
                <a:latin typeface="Segoe UI"/>
                <a:ea typeface="Segoe UI"/>
                <a:cs typeface="Segoe UI"/>
              </a:defRPr>
            </a:lvl3pPr>
            <a:lvl4pPr algn="l">
              <a:defRPr sz="1725" b="1">
                <a:solidFill>
                  <a:srgbClr val="11152B"/>
                </a:solidFill>
                <a:latin typeface="Segoe UI"/>
                <a:ea typeface="Segoe UI"/>
                <a:cs typeface="Segoe UI"/>
              </a:defRPr>
            </a:lvl4pPr>
            <a:lvl5pPr algn="l">
              <a:defRPr sz="1725" b="1">
                <a:solidFill>
                  <a:srgbClr val="11152B"/>
                </a:solidFill>
                <a:latin typeface="Segoe UI"/>
                <a:ea typeface="Segoe UI"/>
                <a:cs typeface="Segoe UI"/>
              </a:defRPr>
            </a:lvl5pPr>
            <a:lvl6pPr algn="l">
              <a:defRPr sz="1725" b="1">
                <a:solidFill>
                  <a:srgbClr val="11152B"/>
                </a:solidFill>
                <a:latin typeface="Segoe UI"/>
                <a:ea typeface="Segoe UI"/>
                <a:cs typeface="Segoe UI"/>
              </a:defRPr>
            </a:lvl6pPr>
            <a:lvl7pPr algn="l">
              <a:defRPr sz="1725" b="1">
                <a:solidFill>
                  <a:srgbClr val="11152B"/>
                </a:solidFill>
                <a:latin typeface="Segoe UI"/>
                <a:ea typeface="Segoe UI"/>
                <a:cs typeface="Segoe UI"/>
              </a:defRPr>
            </a:lvl7pPr>
            <a:lvl8pPr algn="l">
              <a:defRPr sz="1725" b="1">
                <a:solidFill>
                  <a:srgbClr val="11152B"/>
                </a:solidFill>
                <a:latin typeface="Segoe UI"/>
                <a:ea typeface="Segoe UI"/>
                <a:cs typeface="Segoe UI"/>
              </a:defRPr>
            </a:lvl8pPr>
            <a:lvl9pPr algn="l">
              <a:defRPr sz="1725" b="1">
                <a:solidFill>
                  <a:srgbClr val="11152B"/>
                </a:solidFill>
                <a:latin typeface="Segoe UI"/>
                <a:ea typeface="Segoe UI"/>
                <a:cs typeface="Segoe UI"/>
              </a:defRPr>
            </a:lvl9pPr>
          </a:lstStyle>
          <a:p xmlns:a="http://schemas.openxmlformats.org/drawingml/2006/main">
            <a:pPr algn="l">
              <a:defRPr sz="1725" b="1">
                <a:solidFill>
                  <a:srgbClr val="11152B"/>
                </a:solidFill>
                <a:latin typeface="Segoe UI"/>
                <a:ea typeface="Segoe UI"/>
                <a:cs typeface="Segoe UI"/>
              </a:defRPr>
            </a:pPr>
            <a:r>
              <a:rPr sz="1725" b="1">
                <a:solidFill>
                  <a:srgbClr val="11152B"/>
                </a:solidFill>
                <a:latin typeface="Segoe UI"/>
                <a:ea typeface="Segoe UI"/>
                <a:cs typeface="Segoe UI"/>
              </a:rPr>
              <a:t>iTunes Search API</a:t>
            </a:r>
          </a:p>
        </p:txBody>
      </p:sp>
      <p:sp>
        <p:nvSpPr>
          <p:cNvPr id="19" name="">
            <a:extLst xmlns:a="http://schemas.openxmlformats.org/drawingml/2006/main">
              <a:ext uri="{FF2B5EF4-FFF2-40B4-BE49-F238E27FC236}">
                <a16:creationId xmlns:a16="http://schemas.microsoft.com/office/drawing/2014/main" id="{176ACA3D-36CE-4DBB-8227-8C2C5D3517EF}"/>
              </a:ext>
            </a:extLst>
          </p:cNvPr>
          <p:cNvSpPr>
            <a:spLocks xmlns:a="http://schemas.openxmlformats.org/drawingml/2006/main" noGrp="1"/>
          </p:cNvSpPr>
          <p:nvPr/>
        </p:nvSpPr>
        <p:spPr>
          <a:xfrm xmlns:a="http://schemas.openxmlformats.org/drawingml/2006/main">
            <a:off x="4933950" y="4000500"/>
            <a:ext cx="6572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0">
                <a:solidFill>
                  <a:srgbClr val="65738F"/>
                </a:solidFill>
                <a:latin typeface="Segoe UI"/>
                <a:ea typeface="Segoe UI"/>
                <a:cs typeface="Segoe UI"/>
              </a:defRPr>
            </a:defPPr>
            <a:lvl1pPr algn="l">
              <a:defRPr sz="1500" b="0">
                <a:solidFill>
                  <a:srgbClr val="65738F"/>
                </a:solidFill>
                <a:latin typeface="Segoe UI"/>
                <a:ea typeface="Segoe UI"/>
                <a:cs typeface="Segoe UI"/>
              </a:defRPr>
            </a:lvl1pPr>
            <a:lvl2pPr algn="l">
              <a:defRPr sz="1500" b="0">
                <a:solidFill>
                  <a:srgbClr val="65738F"/>
                </a:solidFill>
                <a:latin typeface="Segoe UI"/>
                <a:ea typeface="Segoe UI"/>
                <a:cs typeface="Segoe UI"/>
              </a:defRPr>
            </a:lvl2pPr>
            <a:lvl3pPr algn="l">
              <a:defRPr sz="1500" b="0">
                <a:solidFill>
                  <a:srgbClr val="65738F"/>
                </a:solidFill>
                <a:latin typeface="Segoe UI"/>
                <a:ea typeface="Segoe UI"/>
                <a:cs typeface="Segoe UI"/>
              </a:defRPr>
            </a:lvl3pPr>
            <a:lvl4pPr algn="l">
              <a:defRPr sz="1500" b="0">
                <a:solidFill>
                  <a:srgbClr val="65738F"/>
                </a:solidFill>
                <a:latin typeface="Segoe UI"/>
                <a:ea typeface="Segoe UI"/>
                <a:cs typeface="Segoe UI"/>
              </a:defRPr>
            </a:lvl4pPr>
            <a:lvl5pPr algn="l">
              <a:defRPr sz="1500" b="0">
                <a:solidFill>
                  <a:srgbClr val="65738F"/>
                </a:solidFill>
                <a:latin typeface="Segoe UI"/>
                <a:ea typeface="Segoe UI"/>
                <a:cs typeface="Segoe UI"/>
              </a:defRPr>
            </a:lvl5pPr>
            <a:lvl6pPr algn="l">
              <a:defRPr sz="1500" b="0">
                <a:solidFill>
                  <a:srgbClr val="65738F"/>
                </a:solidFill>
                <a:latin typeface="Segoe UI"/>
                <a:ea typeface="Segoe UI"/>
                <a:cs typeface="Segoe UI"/>
              </a:defRPr>
            </a:lvl6pPr>
            <a:lvl7pPr algn="l">
              <a:defRPr sz="1500" b="0">
                <a:solidFill>
                  <a:srgbClr val="65738F"/>
                </a:solidFill>
                <a:latin typeface="Segoe UI"/>
                <a:ea typeface="Segoe UI"/>
                <a:cs typeface="Segoe UI"/>
              </a:defRPr>
            </a:lvl7pPr>
            <a:lvl8pPr algn="l">
              <a:defRPr sz="1500" b="0">
                <a:solidFill>
                  <a:srgbClr val="65738F"/>
                </a:solidFill>
                <a:latin typeface="Segoe UI"/>
                <a:ea typeface="Segoe UI"/>
                <a:cs typeface="Segoe UI"/>
              </a:defRPr>
            </a:lvl8pPr>
            <a:lvl9pPr algn="l">
              <a:defRPr sz="1500" b="0">
                <a:solidFill>
                  <a:srgbClr val="65738F"/>
                </a:solidFill>
                <a:latin typeface="Segoe UI"/>
                <a:ea typeface="Segoe UI"/>
                <a:cs typeface="Segoe UI"/>
              </a:defRPr>
            </a:lvl9pPr>
          </a:lstStyle>
          <a:p xmlns:a="http://schemas.openxmlformats.org/drawingml/2006/main">
            <a:pPr algn="l">
              <a:defRPr sz="1500" b="0">
                <a:solidFill>
                  <a:srgbClr val="65738F"/>
                </a:solidFill>
                <a:latin typeface="Segoe UI"/>
                <a:ea typeface="Segoe UI"/>
                <a:cs typeface="Segoe UI"/>
              </a:defRPr>
            </a:pPr>
            <a:r>
              <a:rPr sz="1500" b="0">
                <a:solidFill>
                  <a:srgbClr val="65738F"/>
                </a:solidFill>
                <a:latin typeface="Segoe UI"/>
                <a:ea typeface="Segoe UI"/>
                <a:cs typeface="Segoe UI"/>
              </a:rPr>
              <a:t>Búsqueda y datos de canciones</a:t>
            </a:r>
          </a:p>
        </p:txBody>
      </p:sp>
      <p:sp>
        <p:nvSpPr>
          <p:cNvPr id="20" name="">
            <a:extLst xmlns:a="http://schemas.openxmlformats.org/drawingml/2006/main">
              <a:ext uri="{FF2B5EF4-FFF2-40B4-BE49-F238E27FC236}">
                <a16:creationId xmlns:a16="http://schemas.microsoft.com/office/drawing/2014/main" id="{41645CEE-561C-40CB-AE03-F4A81B88F5AB}"/>
              </a:ext>
            </a:extLst>
          </p:cNvPr>
          <p:cNvSpPr>
            <a:spLocks xmlns:a="http://schemas.openxmlformats.org/drawingml/2006/main" noGrp="1"/>
          </p:cNvSpPr>
          <p:nvPr/>
        </p:nvSpPr>
        <p:spPr>
          <a:xfrm xmlns:a="http://schemas.openxmlformats.org/drawingml/2006/main">
            <a:off x="685800" y="4495800"/>
            <a:ext cx="10820400" cy="0"/>
          </a:xfrm>
          <a:prstGeom xmlns:a="http://schemas.openxmlformats.org/drawingml/2006/main" prst="line">
            <a:avLst/>
          </a:prstGeom>
          <a:noFill xmlns:a="http://schemas.openxmlformats.org/drawingml/2006/main"/>
          <a:ln xmlns:a="http://schemas.openxmlformats.org/drawingml/2006/main" w="9525">
            <a:solidFill>
              <a:srgbClr val="D7DFF2"/>
            </a:solidFill>
            <a:prstDash val="solid"/>
          </a:ln>
        </p:spPr>
      </p:sp>
      <p:sp>
        <p:nvSpPr>
          <p:cNvPr id="21" name="">
            <a:extLst xmlns:a="http://schemas.openxmlformats.org/drawingml/2006/main">
              <a:ext uri="{FF2B5EF4-FFF2-40B4-BE49-F238E27FC236}">
                <a16:creationId xmlns:a16="http://schemas.microsoft.com/office/drawing/2014/main" id="{4C1FA6A9-BADD-4ABB-A858-6A93767BE212}"/>
              </a:ext>
            </a:extLst>
          </p:cNvPr>
          <p:cNvSpPr>
            <a:spLocks xmlns:a="http://schemas.openxmlformats.org/drawingml/2006/main" noGrp="1"/>
          </p:cNvSpPr>
          <p:nvPr/>
        </p:nvSpPr>
        <p:spPr>
          <a:xfrm xmlns:a="http://schemas.openxmlformats.org/drawingml/2006/main">
            <a:off x="685800" y="4619625"/>
            <a:ext cx="476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1">
                <a:solidFill>
                  <a:srgbClr val="3651FF"/>
                </a:solidFill>
                <a:latin typeface="Segoe UI"/>
                <a:ea typeface="Segoe UI"/>
                <a:cs typeface="Segoe UI"/>
              </a:defRPr>
            </a:defPPr>
            <a:lvl1pPr algn="l">
              <a:defRPr sz="1275" b="1">
                <a:solidFill>
                  <a:srgbClr val="3651FF"/>
                </a:solidFill>
                <a:latin typeface="Segoe UI"/>
                <a:ea typeface="Segoe UI"/>
                <a:cs typeface="Segoe UI"/>
              </a:defRPr>
            </a:lvl1pPr>
            <a:lvl2pPr algn="l">
              <a:defRPr sz="1275" b="1">
                <a:solidFill>
                  <a:srgbClr val="3651FF"/>
                </a:solidFill>
                <a:latin typeface="Segoe UI"/>
                <a:ea typeface="Segoe UI"/>
                <a:cs typeface="Segoe UI"/>
              </a:defRPr>
            </a:lvl2pPr>
            <a:lvl3pPr algn="l">
              <a:defRPr sz="1275" b="1">
                <a:solidFill>
                  <a:srgbClr val="3651FF"/>
                </a:solidFill>
                <a:latin typeface="Segoe UI"/>
                <a:ea typeface="Segoe UI"/>
                <a:cs typeface="Segoe UI"/>
              </a:defRPr>
            </a:lvl3pPr>
            <a:lvl4pPr algn="l">
              <a:defRPr sz="1275" b="1">
                <a:solidFill>
                  <a:srgbClr val="3651FF"/>
                </a:solidFill>
                <a:latin typeface="Segoe UI"/>
                <a:ea typeface="Segoe UI"/>
                <a:cs typeface="Segoe UI"/>
              </a:defRPr>
            </a:lvl4pPr>
            <a:lvl5pPr algn="l">
              <a:defRPr sz="1275" b="1">
                <a:solidFill>
                  <a:srgbClr val="3651FF"/>
                </a:solidFill>
                <a:latin typeface="Segoe UI"/>
                <a:ea typeface="Segoe UI"/>
                <a:cs typeface="Segoe UI"/>
              </a:defRPr>
            </a:lvl5pPr>
            <a:lvl6pPr algn="l">
              <a:defRPr sz="1275" b="1">
                <a:solidFill>
                  <a:srgbClr val="3651FF"/>
                </a:solidFill>
                <a:latin typeface="Segoe UI"/>
                <a:ea typeface="Segoe UI"/>
                <a:cs typeface="Segoe UI"/>
              </a:defRPr>
            </a:lvl6pPr>
            <a:lvl7pPr algn="l">
              <a:defRPr sz="1275" b="1">
                <a:solidFill>
                  <a:srgbClr val="3651FF"/>
                </a:solidFill>
                <a:latin typeface="Segoe UI"/>
                <a:ea typeface="Segoe UI"/>
                <a:cs typeface="Segoe UI"/>
              </a:defRPr>
            </a:lvl7pPr>
            <a:lvl8pPr algn="l">
              <a:defRPr sz="1275" b="1">
                <a:solidFill>
                  <a:srgbClr val="3651FF"/>
                </a:solidFill>
                <a:latin typeface="Segoe UI"/>
                <a:ea typeface="Segoe UI"/>
                <a:cs typeface="Segoe UI"/>
              </a:defRPr>
            </a:lvl8pPr>
            <a:lvl9pPr algn="l">
              <a:defRPr sz="1275" b="1">
                <a:solidFill>
                  <a:srgbClr val="3651FF"/>
                </a:solidFill>
                <a:latin typeface="Segoe UI"/>
                <a:ea typeface="Segoe UI"/>
                <a:cs typeface="Segoe UI"/>
              </a:defRPr>
            </a:lvl9pPr>
          </a:lstStyle>
          <a:p xmlns:a="http://schemas.openxmlformats.org/drawingml/2006/main">
            <a:pPr algn="l">
              <a:defRPr sz="1275" b="1">
                <a:solidFill>
                  <a:srgbClr val="3651FF"/>
                </a:solidFill>
                <a:latin typeface="Segoe UI"/>
                <a:ea typeface="Segoe UI"/>
                <a:cs typeface="Segoe UI"/>
              </a:defRPr>
            </a:pPr>
            <a:r>
              <a:rPr sz="1275" b="1">
                <a:solidFill>
                  <a:srgbClr val="3651FF"/>
                </a:solidFill>
                <a:latin typeface="Segoe UI"/>
                <a:ea typeface="Segoe UI"/>
                <a:cs typeface="Segoe UI"/>
              </a:rPr>
              <a:t>05</a:t>
            </a:r>
          </a:p>
        </p:txBody>
      </p:sp>
      <p:sp>
        <p:nvSpPr>
          <p:cNvPr id="22" name="">
            <a:extLst xmlns:a="http://schemas.openxmlformats.org/drawingml/2006/main">
              <a:ext uri="{FF2B5EF4-FFF2-40B4-BE49-F238E27FC236}">
                <a16:creationId xmlns:a16="http://schemas.microsoft.com/office/drawing/2014/main" id="{3EFCFEE8-DA77-4545-80F2-7976E0489838}"/>
              </a:ext>
            </a:extLst>
          </p:cNvPr>
          <p:cNvSpPr>
            <a:spLocks xmlns:a="http://schemas.openxmlformats.org/drawingml/2006/main" noGrp="1"/>
          </p:cNvSpPr>
          <p:nvPr/>
        </p:nvSpPr>
        <p:spPr>
          <a:xfrm xmlns:a="http://schemas.openxmlformats.org/drawingml/2006/main">
            <a:off x="1323975" y="4619625"/>
            <a:ext cx="322897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a:solidFill>
                  <a:srgbClr val="11152B"/>
                </a:solidFill>
                <a:latin typeface="Segoe UI"/>
                <a:ea typeface="Segoe UI"/>
                <a:cs typeface="Segoe UI"/>
              </a:defRPr>
            </a:defPPr>
            <a:lvl1pPr algn="l">
              <a:defRPr sz="1725" b="1">
                <a:solidFill>
                  <a:srgbClr val="11152B"/>
                </a:solidFill>
                <a:latin typeface="Segoe UI"/>
                <a:ea typeface="Segoe UI"/>
                <a:cs typeface="Segoe UI"/>
              </a:defRPr>
            </a:lvl1pPr>
            <a:lvl2pPr algn="l">
              <a:defRPr sz="1725" b="1">
                <a:solidFill>
                  <a:srgbClr val="11152B"/>
                </a:solidFill>
                <a:latin typeface="Segoe UI"/>
                <a:ea typeface="Segoe UI"/>
                <a:cs typeface="Segoe UI"/>
              </a:defRPr>
            </a:lvl2pPr>
            <a:lvl3pPr algn="l">
              <a:defRPr sz="1725" b="1">
                <a:solidFill>
                  <a:srgbClr val="11152B"/>
                </a:solidFill>
                <a:latin typeface="Segoe UI"/>
                <a:ea typeface="Segoe UI"/>
                <a:cs typeface="Segoe UI"/>
              </a:defRPr>
            </a:lvl3pPr>
            <a:lvl4pPr algn="l">
              <a:defRPr sz="1725" b="1">
                <a:solidFill>
                  <a:srgbClr val="11152B"/>
                </a:solidFill>
                <a:latin typeface="Segoe UI"/>
                <a:ea typeface="Segoe UI"/>
                <a:cs typeface="Segoe UI"/>
              </a:defRPr>
            </a:lvl4pPr>
            <a:lvl5pPr algn="l">
              <a:defRPr sz="1725" b="1">
                <a:solidFill>
                  <a:srgbClr val="11152B"/>
                </a:solidFill>
                <a:latin typeface="Segoe UI"/>
                <a:ea typeface="Segoe UI"/>
                <a:cs typeface="Segoe UI"/>
              </a:defRPr>
            </a:lvl5pPr>
            <a:lvl6pPr algn="l">
              <a:defRPr sz="1725" b="1">
                <a:solidFill>
                  <a:srgbClr val="11152B"/>
                </a:solidFill>
                <a:latin typeface="Segoe UI"/>
                <a:ea typeface="Segoe UI"/>
                <a:cs typeface="Segoe UI"/>
              </a:defRPr>
            </a:lvl6pPr>
            <a:lvl7pPr algn="l">
              <a:defRPr sz="1725" b="1">
                <a:solidFill>
                  <a:srgbClr val="11152B"/>
                </a:solidFill>
                <a:latin typeface="Segoe UI"/>
                <a:ea typeface="Segoe UI"/>
                <a:cs typeface="Segoe UI"/>
              </a:defRPr>
            </a:lvl7pPr>
            <a:lvl8pPr algn="l">
              <a:defRPr sz="1725" b="1">
                <a:solidFill>
                  <a:srgbClr val="11152B"/>
                </a:solidFill>
                <a:latin typeface="Segoe UI"/>
                <a:ea typeface="Segoe UI"/>
                <a:cs typeface="Segoe UI"/>
              </a:defRPr>
            </a:lvl8pPr>
            <a:lvl9pPr algn="l">
              <a:defRPr sz="1725" b="1">
                <a:solidFill>
                  <a:srgbClr val="11152B"/>
                </a:solidFill>
                <a:latin typeface="Segoe UI"/>
                <a:ea typeface="Segoe UI"/>
                <a:cs typeface="Segoe UI"/>
              </a:defRPr>
            </a:lvl9pPr>
          </a:lstStyle>
          <a:p xmlns:a="http://schemas.openxmlformats.org/drawingml/2006/main">
            <a:pPr algn="l">
              <a:defRPr sz="1725" b="1">
                <a:solidFill>
                  <a:srgbClr val="11152B"/>
                </a:solidFill>
                <a:latin typeface="Segoe UI"/>
                <a:ea typeface="Segoe UI"/>
                <a:cs typeface="Segoe UI"/>
              </a:defRPr>
            </a:pPr>
            <a:r>
              <a:rPr sz="1725" b="1">
                <a:solidFill>
                  <a:srgbClr val="11152B"/>
                </a:solidFill>
                <a:latin typeface="Segoe UI"/>
                <a:ea typeface="Segoe UI"/>
                <a:cs typeface="Segoe UI"/>
              </a:rPr>
              <a:t>Socket.IO</a:t>
            </a:r>
          </a:p>
        </p:txBody>
      </p:sp>
      <p:sp>
        <p:nvSpPr>
          <p:cNvPr id="23" name="">
            <a:extLst xmlns:a="http://schemas.openxmlformats.org/drawingml/2006/main">
              <a:ext uri="{FF2B5EF4-FFF2-40B4-BE49-F238E27FC236}">
                <a16:creationId xmlns:a16="http://schemas.microsoft.com/office/drawing/2014/main" id="{30A46332-A0E7-415D-A9C0-B8C245DD81D2}"/>
              </a:ext>
            </a:extLst>
          </p:cNvPr>
          <p:cNvSpPr>
            <a:spLocks xmlns:a="http://schemas.openxmlformats.org/drawingml/2006/main" noGrp="1"/>
          </p:cNvSpPr>
          <p:nvPr/>
        </p:nvSpPr>
        <p:spPr>
          <a:xfrm xmlns:a="http://schemas.openxmlformats.org/drawingml/2006/main">
            <a:off x="4933950" y="4619625"/>
            <a:ext cx="6572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0">
                <a:solidFill>
                  <a:srgbClr val="65738F"/>
                </a:solidFill>
                <a:latin typeface="Segoe UI"/>
                <a:ea typeface="Segoe UI"/>
                <a:cs typeface="Segoe UI"/>
              </a:defRPr>
            </a:defPPr>
            <a:lvl1pPr algn="l">
              <a:defRPr sz="1500" b="0">
                <a:solidFill>
                  <a:srgbClr val="65738F"/>
                </a:solidFill>
                <a:latin typeface="Segoe UI"/>
                <a:ea typeface="Segoe UI"/>
                <a:cs typeface="Segoe UI"/>
              </a:defRPr>
            </a:lvl1pPr>
            <a:lvl2pPr algn="l">
              <a:defRPr sz="1500" b="0">
                <a:solidFill>
                  <a:srgbClr val="65738F"/>
                </a:solidFill>
                <a:latin typeface="Segoe UI"/>
                <a:ea typeface="Segoe UI"/>
                <a:cs typeface="Segoe UI"/>
              </a:defRPr>
            </a:lvl2pPr>
            <a:lvl3pPr algn="l">
              <a:defRPr sz="1500" b="0">
                <a:solidFill>
                  <a:srgbClr val="65738F"/>
                </a:solidFill>
                <a:latin typeface="Segoe UI"/>
                <a:ea typeface="Segoe UI"/>
                <a:cs typeface="Segoe UI"/>
              </a:defRPr>
            </a:lvl3pPr>
            <a:lvl4pPr algn="l">
              <a:defRPr sz="1500" b="0">
                <a:solidFill>
                  <a:srgbClr val="65738F"/>
                </a:solidFill>
                <a:latin typeface="Segoe UI"/>
                <a:ea typeface="Segoe UI"/>
                <a:cs typeface="Segoe UI"/>
              </a:defRPr>
            </a:lvl4pPr>
            <a:lvl5pPr algn="l">
              <a:defRPr sz="1500" b="0">
                <a:solidFill>
                  <a:srgbClr val="65738F"/>
                </a:solidFill>
                <a:latin typeface="Segoe UI"/>
                <a:ea typeface="Segoe UI"/>
                <a:cs typeface="Segoe UI"/>
              </a:defRPr>
            </a:lvl5pPr>
            <a:lvl6pPr algn="l">
              <a:defRPr sz="1500" b="0">
                <a:solidFill>
                  <a:srgbClr val="65738F"/>
                </a:solidFill>
                <a:latin typeface="Segoe UI"/>
                <a:ea typeface="Segoe UI"/>
                <a:cs typeface="Segoe UI"/>
              </a:defRPr>
            </a:lvl6pPr>
            <a:lvl7pPr algn="l">
              <a:defRPr sz="1500" b="0">
                <a:solidFill>
                  <a:srgbClr val="65738F"/>
                </a:solidFill>
                <a:latin typeface="Segoe UI"/>
                <a:ea typeface="Segoe UI"/>
                <a:cs typeface="Segoe UI"/>
              </a:defRPr>
            </a:lvl7pPr>
            <a:lvl8pPr algn="l">
              <a:defRPr sz="1500" b="0">
                <a:solidFill>
                  <a:srgbClr val="65738F"/>
                </a:solidFill>
                <a:latin typeface="Segoe UI"/>
                <a:ea typeface="Segoe UI"/>
                <a:cs typeface="Segoe UI"/>
              </a:defRPr>
            </a:lvl8pPr>
            <a:lvl9pPr algn="l">
              <a:defRPr sz="1500" b="0">
                <a:solidFill>
                  <a:srgbClr val="65738F"/>
                </a:solidFill>
                <a:latin typeface="Segoe UI"/>
                <a:ea typeface="Segoe UI"/>
                <a:cs typeface="Segoe UI"/>
              </a:defRPr>
            </a:lvl9pPr>
          </a:lstStyle>
          <a:p xmlns:a="http://schemas.openxmlformats.org/drawingml/2006/main">
            <a:pPr algn="l">
              <a:defRPr sz="1500" b="0">
                <a:solidFill>
                  <a:srgbClr val="65738F"/>
                </a:solidFill>
                <a:latin typeface="Segoe UI"/>
                <a:ea typeface="Segoe UI"/>
                <a:cs typeface="Segoe UI"/>
              </a:defRPr>
            </a:pPr>
            <a:r>
              <a:rPr sz="1500" b="0">
                <a:solidFill>
                  <a:srgbClr val="65738F"/>
                </a:solidFill>
                <a:latin typeface="Segoe UI"/>
                <a:ea typeface="Segoe UI"/>
                <a:cs typeface="Segoe UI"/>
              </a:rPr>
              <a:t>Avisos en tiempo real al DJ</a:t>
            </a:r>
          </a:p>
        </p:txBody>
      </p:sp>
      <p:sp>
        <p:nvSpPr>
          <p:cNvPr id="24" name="">
            <a:extLst xmlns:a="http://schemas.openxmlformats.org/drawingml/2006/main">
              <a:ext uri="{FF2B5EF4-FFF2-40B4-BE49-F238E27FC236}">
                <a16:creationId xmlns:a16="http://schemas.microsoft.com/office/drawing/2014/main" id="{C6AF8684-25FA-44CF-948A-2B14E06B3415}"/>
              </a:ext>
            </a:extLst>
          </p:cNvPr>
          <p:cNvSpPr>
            <a:spLocks xmlns:a="http://schemas.openxmlformats.org/drawingml/2006/main" noGrp="1"/>
          </p:cNvSpPr>
          <p:nvPr/>
        </p:nvSpPr>
        <p:spPr>
          <a:xfrm xmlns:a="http://schemas.openxmlformats.org/drawingml/2006/main">
            <a:off x="685800" y="5114925"/>
            <a:ext cx="10820400" cy="0"/>
          </a:xfrm>
          <a:prstGeom xmlns:a="http://schemas.openxmlformats.org/drawingml/2006/main" prst="line">
            <a:avLst/>
          </a:prstGeom>
          <a:noFill xmlns:a="http://schemas.openxmlformats.org/drawingml/2006/main"/>
          <a:ln xmlns:a="http://schemas.openxmlformats.org/drawingml/2006/main" w="9525">
            <a:solidFill>
              <a:srgbClr val="D7DFF2"/>
            </a:solidFill>
            <a:prstDash val="solid"/>
          </a:ln>
        </p:spPr>
      </p:sp>
      <p:sp>
        <p:nvSpPr>
          <p:cNvPr id="25" name="">
            <a:extLst xmlns:a="http://schemas.openxmlformats.org/drawingml/2006/main">
              <a:ext uri="{FF2B5EF4-FFF2-40B4-BE49-F238E27FC236}">
                <a16:creationId xmlns:a16="http://schemas.microsoft.com/office/drawing/2014/main" id="{4E07E139-D016-48B9-AC10-234D8A02E17D}"/>
              </a:ext>
            </a:extLst>
          </p:cNvPr>
          <p:cNvSpPr>
            <a:spLocks xmlns:a="http://schemas.openxmlformats.org/drawingml/2006/main" noGrp="1"/>
          </p:cNvSpPr>
          <p:nvPr/>
        </p:nvSpPr>
        <p:spPr>
          <a:xfrm xmlns:a="http://schemas.openxmlformats.org/drawingml/2006/main">
            <a:off x="685800" y="5238750"/>
            <a:ext cx="476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1">
                <a:solidFill>
                  <a:srgbClr val="3651FF"/>
                </a:solidFill>
                <a:latin typeface="Segoe UI"/>
                <a:ea typeface="Segoe UI"/>
                <a:cs typeface="Segoe UI"/>
              </a:defRPr>
            </a:defPPr>
            <a:lvl1pPr algn="l">
              <a:defRPr sz="1275" b="1">
                <a:solidFill>
                  <a:srgbClr val="3651FF"/>
                </a:solidFill>
                <a:latin typeface="Segoe UI"/>
                <a:ea typeface="Segoe UI"/>
                <a:cs typeface="Segoe UI"/>
              </a:defRPr>
            </a:lvl1pPr>
            <a:lvl2pPr algn="l">
              <a:defRPr sz="1275" b="1">
                <a:solidFill>
                  <a:srgbClr val="3651FF"/>
                </a:solidFill>
                <a:latin typeface="Segoe UI"/>
                <a:ea typeface="Segoe UI"/>
                <a:cs typeface="Segoe UI"/>
              </a:defRPr>
            </a:lvl2pPr>
            <a:lvl3pPr algn="l">
              <a:defRPr sz="1275" b="1">
                <a:solidFill>
                  <a:srgbClr val="3651FF"/>
                </a:solidFill>
                <a:latin typeface="Segoe UI"/>
                <a:ea typeface="Segoe UI"/>
                <a:cs typeface="Segoe UI"/>
              </a:defRPr>
            </a:lvl3pPr>
            <a:lvl4pPr algn="l">
              <a:defRPr sz="1275" b="1">
                <a:solidFill>
                  <a:srgbClr val="3651FF"/>
                </a:solidFill>
                <a:latin typeface="Segoe UI"/>
                <a:ea typeface="Segoe UI"/>
                <a:cs typeface="Segoe UI"/>
              </a:defRPr>
            </a:lvl4pPr>
            <a:lvl5pPr algn="l">
              <a:defRPr sz="1275" b="1">
                <a:solidFill>
                  <a:srgbClr val="3651FF"/>
                </a:solidFill>
                <a:latin typeface="Segoe UI"/>
                <a:ea typeface="Segoe UI"/>
                <a:cs typeface="Segoe UI"/>
              </a:defRPr>
            </a:lvl5pPr>
            <a:lvl6pPr algn="l">
              <a:defRPr sz="1275" b="1">
                <a:solidFill>
                  <a:srgbClr val="3651FF"/>
                </a:solidFill>
                <a:latin typeface="Segoe UI"/>
                <a:ea typeface="Segoe UI"/>
                <a:cs typeface="Segoe UI"/>
              </a:defRPr>
            </a:lvl6pPr>
            <a:lvl7pPr algn="l">
              <a:defRPr sz="1275" b="1">
                <a:solidFill>
                  <a:srgbClr val="3651FF"/>
                </a:solidFill>
                <a:latin typeface="Segoe UI"/>
                <a:ea typeface="Segoe UI"/>
                <a:cs typeface="Segoe UI"/>
              </a:defRPr>
            </a:lvl7pPr>
            <a:lvl8pPr algn="l">
              <a:defRPr sz="1275" b="1">
                <a:solidFill>
                  <a:srgbClr val="3651FF"/>
                </a:solidFill>
                <a:latin typeface="Segoe UI"/>
                <a:ea typeface="Segoe UI"/>
                <a:cs typeface="Segoe UI"/>
              </a:defRPr>
            </a:lvl8pPr>
            <a:lvl9pPr algn="l">
              <a:defRPr sz="1275" b="1">
                <a:solidFill>
                  <a:srgbClr val="3651FF"/>
                </a:solidFill>
                <a:latin typeface="Segoe UI"/>
                <a:ea typeface="Segoe UI"/>
                <a:cs typeface="Segoe UI"/>
              </a:defRPr>
            </a:lvl9pPr>
          </a:lstStyle>
          <a:p xmlns:a="http://schemas.openxmlformats.org/drawingml/2006/main">
            <a:pPr algn="l">
              <a:defRPr sz="1275" b="1">
                <a:solidFill>
                  <a:srgbClr val="3651FF"/>
                </a:solidFill>
                <a:latin typeface="Segoe UI"/>
                <a:ea typeface="Segoe UI"/>
                <a:cs typeface="Segoe UI"/>
              </a:defRPr>
            </a:pPr>
            <a:r>
              <a:rPr sz="1275" b="1">
                <a:solidFill>
                  <a:srgbClr val="3651FF"/>
                </a:solidFill>
                <a:latin typeface="Segoe UI"/>
                <a:ea typeface="Segoe UI"/>
                <a:cs typeface="Segoe UI"/>
              </a:rPr>
              <a:t>06</a:t>
            </a:r>
          </a:p>
        </p:txBody>
      </p:sp>
      <p:sp>
        <p:nvSpPr>
          <p:cNvPr id="26" name="">
            <a:extLst xmlns:a="http://schemas.openxmlformats.org/drawingml/2006/main">
              <a:ext uri="{FF2B5EF4-FFF2-40B4-BE49-F238E27FC236}">
                <a16:creationId xmlns:a16="http://schemas.microsoft.com/office/drawing/2014/main" id="{1552394E-7A3D-4EF5-B940-45EBAC42AF11}"/>
              </a:ext>
            </a:extLst>
          </p:cNvPr>
          <p:cNvSpPr>
            <a:spLocks xmlns:a="http://schemas.openxmlformats.org/drawingml/2006/main" noGrp="1"/>
          </p:cNvSpPr>
          <p:nvPr/>
        </p:nvSpPr>
        <p:spPr>
          <a:xfrm xmlns:a="http://schemas.openxmlformats.org/drawingml/2006/main">
            <a:off x="1323975" y="5238750"/>
            <a:ext cx="322897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a:solidFill>
                  <a:srgbClr val="11152B"/>
                </a:solidFill>
                <a:latin typeface="Segoe UI"/>
                <a:ea typeface="Segoe UI"/>
                <a:cs typeface="Segoe UI"/>
              </a:defRPr>
            </a:defPPr>
            <a:lvl1pPr algn="l">
              <a:defRPr sz="1725" b="1">
                <a:solidFill>
                  <a:srgbClr val="11152B"/>
                </a:solidFill>
                <a:latin typeface="Segoe UI"/>
                <a:ea typeface="Segoe UI"/>
                <a:cs typeface="Segoe UI"/>
              </a:defRPr>
            </a:lvl1pPr>
            <a:lvl2pPr algn="l">
              <a:defRPr sz="1725" b="1">
                <a:solidFill>
                  <a:srgbClr val="11152B"/>
                </a:solidFill>
                <a:latin typeface="Segoe UI"/>
                <a:ea typeface="Segoe UI"/>
                <a:cs typeface="Segoe UI"/>
              </a:defRPr>
            </a:lvl2pPr>
            <a:lvl3pPr algn="l">
              <a:defRPr sz="1725" b="1">
                <a:solidFill>
                  <a:srgbClr val="11152B"/>
                </a:solidFill>
                <a:latin typeface="Segoe UI"/>
                <a:ea typeface="Segoe UI"/>
                <a:cs typeface="Segoe UI"/>
              </a:defRPr>
            </a:lvl3pPr>
            <a:lvl4pPr algn="l">
              <a:defRPr sz="1725" b="1">
                <a:solidFill>
                  <a:srgbClr val="11152B"/>
                </a:solidFill>
                <a:latin typeface="Segoe UI"/>
                <a:ea typeface="Segoe UI"/>
                <a:cs typeface="Segoe UI"/>
              </a:defRPr>
            </a:lvl4pPr>
            <a:lvl5pPr algn="l">
              <a:defRPr sz="1725" b="1">
                <a:solidFill>
                  <a:srgbClr val="11152B"/>
                </a:solidFill>
                <a:latin typeface="Segoe UI"/>
                <a:ea typeface="Segoe UI"/>
                <a:cs typeface="Segoe UI"/>
              </a:defRPr>
            </a:lvl5pPr>
            <a:lvl6pPr algn="l">
              <a:defRPr sz="1725" b="1">
                <a:solidFill>
                  <a:srgbClr val="11152B"/>
                </a:solidFill>
                <a:latin typeface="Segoe UI"/>
                <a:ea typeface="Segoe UI"/>
                <a:cs typeface="Segoe UI"/>
              </a:defRPr>
            </a:lvl6pPr>
            <a:lvl7pPr algn="l">
              <a:defRPr sz="1725" b="1">
                <a:solidFill>
                  <a:srgbClr val="11152B"/>
                </a:solidFill>
                <a:latin typeface="Segoe UI"/>
                <a:ea typeface="Segoe UI"/>
                <a:cs typeface="Segoe UI"/>
              </a:defRPr>
            </a:lvl7pPr>
            <a:lvl8pPr algn="l">
              <a:defRPr sz="1725" b="1">
                <a:solidFill>
                  <a:srgbClr val="11152B"/>
                </a:solidFill>
                <a:latin typeface="Segoe UI"/>
                <a:ea typeface="Segoe UI"/>
                <a:cs typeface="Segoe UI"/>
              </a:defRPr>
            </a:lvl8pPr>
            <a:lvl9pPr algn="l">
              <a:defRPr sz="1725" b="1">
                <a:solidFill>
                  <a:srgbClr val="11152B"/>
                </a:solidFill>
                <a:latin typeface="Segoe UI"/>
                <a:ea typeface="Segoe UI"/>
                <a:cs typeface="Segoe UI"/>
              </a:defRPr>
            </a:lvl9pPr>
          </a:lstStyle>
          <a:p xmlns:a="http://schemas.openxmlformats.org/drawingml/2006/main">
            <a:pPr algn="l">
              <a:defRPr sz="1725" b="1">
                <a:solidFill>
                  <a:srgbClr val="11152B"/>
                </a:solidFill>
                <a:latin typeface="Segoe UI"/>
                <a:ea typeface="Segoe UI"/>
                <a:cs typeface="Segoe UI"/>
              </a:defRPr>
            </a:pPr>
            <a:r>
              <a:rPr sz="1725" b="1">
                <a:solidFill>
                  <a:srgbClr val="11152B"/>
                </a:solidFill>
                <a:latin typeface="Segoe UI"/>
                <a:ea typeface="Segoe UI"/>
                <a:cs typeface="Segoe UI"/>
              </a:rPr>
              <a:t>Mercado Pago</a:t>
            </a:r>
          </a:p>
        </p:txBody>
      </p:sp>
      <p:sp>
        <p:nvSpPr>
          <p:cNvPr id="27" name="">
            <a:extLst xmlns:a="http://schemas.openxmlformats.org/drawingml/2006/main">
              <a:ext uri="{FF2B5EF4-FFF2-40B4-BE49-F238E27FC236}">
                <a16:creationId xmlns:a16="http://schemas.microsoft.com/office/drawing/2014/main" id="{7C74E9F6-26B0-459B-85AA-25E2937AC8AA}"/>
              </a:ext>
            </a:extLst>
          </p:cNvPr>
          <p:cNvSpPr>
            <a:spLocks xmlns:a="http://schemas.openxmlformats.org/drawingml/2006/main" noGrp="1"/>
          </p:cNvSpPr>
          <p:nvPr/>
        </p:nvSpPr>
        <p:spPr>
          <a:xfrm xmlns:a="http://schemas.openxmlformats.org/drawingml/2006/main">
            <a:off x="4933950" y="5238750"/>
            <a:ext cx="6572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0">
                <a:solidFill>
                  <a:srgbClr val="65738F"/>
                </a:solidFill>
                <a:latin typeface="Segoe UI"/>
                <a:ea typeface="Segoe UI"/>
                <a:cs typeface="Segoe UI"/>
              </a:defRPr>
            </a:defPPr>
            <a:lvl1pPr algn="l">
              <a:defRPr sz="1500" b="0">
                <a:solidFill>
                  <a:srgbClr val="65738F"/>
                </a:solidFill>
                <a:latin typeface="Segoe UI"/>
                <a:ea typeface="Segoe UI"/>
                <a:cs typeface="Segoe UI"/>
              </a:defRPr>
            </a:lvl1pPr>
            <a:lvl2pPr algn="l">
              <a:defRPr sz="1500" b="0">
                <a:solidFill>
                  <a:srgbClr val="65738F"/>
                </a:solidFill>
                <a:latin typeface="Segoe UI"/>
                <a:ea typeface="Segoe UI"/>
                <a:cs typeface="Segoe UI"/>
              </a:defRPr>
            </a:lvl2pPr>
            <a:lvl3pPr algn="l">
              <a:defRPr sz="1500" b="0">
                <a:solidFill>
                  <a:srgbClr val="65738F"/>
                </a:solidFill>
                <a:latin typeface="Segoe UI"/>
                <a:ea typeface="Segoe UI"/>
                <a:cs typeface="Segoe UI"/>
              </a:defRPr>
            </a:lvl3pPr>
            <a:lvl4pPr algn="l">
              <a:defRPr sz="1500" b="0">
                <a:solidFill>
                  <a:srgbClr val="65738F"/>
                </a:solidFill>
                <a:latin typeface="Segoe UI"/>
                <a:ea typeface="Segoe UI"/>
                <a:cs typeface="Segoe UI"/>
              </a:defRPr>
            </a:lvl4pPr>
            <a:lvl5pPr algn="l">
              <a:defRPr sz="1500" b="0">
                <a:solidFill>
                  <a:srgbClr val="65738F"/>
                </a:solidFill>
                <a:latin typeface="Segoe UI"/>
                <a:ea typeface="Segoe UI"/>
                <a:cs typeface="Segoe UI"/>
              </a:defRPr>
            </a:lvl5pPr>
            <a:lvl6pPr algn="l">
              <a:defRPr sz="1500" b="0">
                <a:solidFill>
                  <a:srgbClr val="65738F"/>
                </a:solidFill>
                <a:latin typeface="Segoe UI"/>
                <a:ea typeface="Segoe UI"/>
                <a:cs typeface="Segoe UI"/>
              </a:defRPr>
            </a:lvl6pPr>
            <a:lvl7pPr algn="l">
              <a:defRPr sz="1500" b="0">
                <a:solidFill>
                  <a:srgbClr val="65738F"/>
                </a:solidFill>
                <a:latin typeface="Segoe UI"/>
                <a:ea typeface="Segoe UI"/>
                <a:cs typeface="Segoe UI"/>
              </a:defRPr>
            </a:lvl7pPr>
            <a:lvl8pPr algn="l">
              <a:defRPr sz="1500" b="0">
                <a:solidFill>
                  <a:srgbClr val="65738F"/>
                </a:solidFill>
                <a:latin typeface="Segoe UI"/>
                <a:ea typeface="Segoe UI"/>
                <a:cs typeface="Segoe UI"/>
              </a:defRPr>
            </a:lvl8pPr>
            <a:lvl9pPr algn="l">
              <a:defRPr sz="1500" b="0">
                <a:solidFill>
                  <a:srgbClr val="65738F"/>
                </a:solidFill>
                <a:latin typeface="Segoe UI"/>
                <a:ea typeface="Segoe UI"/>
                <a:cs typeface="Segoe UI"/>
              </a:defRPr>
            </a:lvl9pPr>
          </a:lstStyle>
          <a:p xmlns:a="http://schemas.openxmlformats.org/drawingml/2006/main">
            <a:pPr algn="l">
              <a:defRPr sz="1500" b="0">
                <a:solidFill>
                  <a:srgbClr val="65738F"/>
                </a:solidFill>
                <a:latin typeface="Segoe UI"/>
                <a:ea typeface="Segoe UI"/>
                <a:cs typeface="Segoe UI"/>
              </a:defRPr>
            </a:pPr>
            <a:r>
              <a:rPr sz="1500" b="0">
                <a:solidFill>
                  <a:srgbClr val="65738F"/>
                </a:solidFill>
                <a:latin typeface="Segoe UI"/>
                <a:ea typeface="Segoe UI"/>
                <a:cs typeface="Segoe UI"/>
              </a:rPr>
              <a:t>Checkout Pro y webhook en pruebas</a:t>
            </a:r>
          </a:p>
        </p:txBody>
      </p:sp>
      <p:sp>
        <p:nvSpPr>
          <p:cNvPr id="28" name="">
            <a:extLst xmlns:a="http://schemas.openxmlformats.org/drawingml/2006/main">
              <a:ext uri="{FF2B5EF4-FFF2-40B4-BE49-F238E27FC236}">
                <a16:creationId xmlns:a16="http://schemas.microsoft.com/office/drawing/2014/main" id="{4957D392-04AA-4129-894A-EDAF5721DDA5}"/>
              </a:ext>
            </a:extLst>
          </p:cNvPr>
          <p:cNvSpPr>
            <a:spLocks xmlns:a="http://schemas.openxmlformats.org/drawingml/2006/main" noGrp="1"/>
          </p:cNvSpPr>
          <p:nvPr/>
        </p:nvSpPr>
        <p:spPr>
          <a:xfrm xmlns:a="http://schemas.openxmlformats.org/drawingml/2006/main">
            <a:off x="685800" y="5734050"/>
            <a:ext cx="10820400" cy="0"/>
          </a:xfrm>
          <a:prstGeom xmlns:a="http://schemas.openxmlformats.org/drawingml/2006/main" prst="line">
            <a:avLst/>
          </a:prstGeom>
          <a:noFill xmlns:a="http://schemas.openxmlformats.org/drawingml/2006/main"/>
          <a:ln xmlns:a="http://schemas.openxmlformats.org/drawingml/2006/main" w="9525">
            <a:solidFill>
              <a:srgbClr val="D7DFF2"/>
            </a:solidFill>
            <a:prstDash val="solid"/>
          </a:ln>
        </p:spPr>
      </p:sp>
    </p:spTree>
    <p:extLst>
      <p:ext uri="{BB962C8B-B14F-4D97-AF65-F5344CB8AC3E}">
        <p14:creationId xmlns:p14="http://schemas.microsoft.com/office/powerpoint/2010/main" val="1032646431"/>
      </p:ext>
    </p:extLst>
  </p:cSld>
</p:sld>
</file>

<file path=ppt/slides/slide6.xml><?xml version="1.0" encoding="utf-8"?>
<p:sld xmlns:p="http://schemas.openxmlformats.org/presentationml/2006/main">
  <p:cSld>
    <p:bg>
      <p:bgPr>
        <a:solidFill xmlns:a="http://schemas.openxmlformats.org/drawingml/2006/main">
          <a:srgbClr val="05060F"/>
        </a:solidFill>
      </p:bgPr>
    </p:bg>
    <p:spTree>
      <p:nvGrpSpPr>
        <p:cNvPr id="1" name=""/>
        <p:cNvGrpSpPr/>
        <p:nvPr/>
      </p:nvGrpSpPr>
      <p:grpSpPr>
        <a:xfrm xmlns:a="http://schemas.openxmlformats.org/drawingml/2006/main"/>
      </p:grpSpPr>
      <p:cxnSp>
        <p:nvCxnSpPr>
          <p:cNvPr id="22" name="">
            <a:extLst xmlns:a="http://schemas.openxmlformats.org/drawingml/2006/main">
              <a:ext uri="{FF2B5EF4-FFF2-40B4-BE49-F238E27FC236}">
                <a16:creationId xmlns:a16="http://schemas.microsoft.com/office/drawing/2014/main" id="{296DBD40-ED1A-4F4B-9250-537696F07A4C}"/>
              </a:ext>
            </a:extLst>
          </p:cNvPr>
          <p:cNvCxnSpPr>
            <a:stCxn xmlns:a="http://schemas.openxmlformats.org/drawingml/2006/main" id="13" idx="3"/>
            <a:endCxn xmlns:a="http://schemas.openxmlformats.org/drawingml/2006/main" id="16" idx="1"/>
          </p:cNvCxnSpPr>
          <p:nvPr/>
        </p:nvCxnSpPr>
        <p:spPr>
          <a:xfrm xmlns:a="http://schemas.openxmlformats.org/drawingml/2006/main">
            <a:off x="8477250" y="2552700"/>
            <a:ext cx="1428750" cy="0"/>
          </a:xfrm>
          <a:prstGeom xmlns:a="http://schemas.openxmlformats.org/drawingml/2006/main" prst="straightConnector1">
            <a:avLst/>
          </a:prstGeom>
          <a:ln xmlns:a="http://schemas.openxmlformats.org/drawingml/2006/main" w="23813">
            <a:solidFill>
              <a:srgbClr val="70E8FF"/>
            </a:solidFill>
            <a:prstDash val="solid"/>
          </a:ln>
        </p:spPr>
      </p:cxnSp>
      <p:cxnSp>
        <p:nvCxnSpPr>
          <p:cNvPr id="21" name="">
            <a:extLst xmlns:a="http://schemas.openxmlformats.org/drawingml/2006/main">
              <a:ext uri="{FF2B5EF4-FFF2-40B4-BE49-F238E27FC236}">
                <a16:creationId xmlns:a16="http://schemas.microsoft.com/office/drawing/2014/main" id="{792A1683-AF6F-4B94-AB50-D91A8BBC1B3B}"/>
              </a:ext>
            </a:extLst>
          </p:cNvPr>
          <p:cNvCxnSpPr>
            <a:stCxn xmlns:a="http://schemas.openxmlformats.org/drawingml/2006/main" id="10" idx="3"/>
            <a:endCxn xmlns:a="http://schemas.openxmlformats.org/drawingml/2006/main" id="13" idx="1"/>
          </p:cNvCxnSpPr>
          <p:nvPr/>
        </p:nvCxnSpPr>
        <p:spPr>
          <a:xfrm xmlns:a="http://schemas.openxmlformats.org/drawingml/2006/main">
            <a:off x="6172200" y="2552700"/>
            <a:ext cx="1428750" cy="0"/>
          </a:xfrm>
          <a:prstGeom xmlns:a="http://schemas.openxmlformats.org/drawingml/2006/main" prst="straightConnector1">
            <a:avLst/>
          </a:prstGeom>
          <a:ln xmlns:a="http://schemas.openxmlformats.org/drawingml/2006/main" w="23813">
            <a:solidFill>
              <a:srgbClr val="FFD16A"/>
            </a:solidFill>
            <a:prstDash val="solid"/>
          </a:ln>
        </p:spPr>
      </p:cxnSp>
      <p:cxnSp>
        <p:nvCxnSpPr>
          <p:cNvPr id="20" name="">
            <a:extLst xmlns:a="http://schemas.openxmlformats.org/drawingml/2006/main">
              <a:ext uri="{FF2B5EF4-FFF2-40B4-BE49-F238E27FC236}">
                <a16:creationId xmlns:a16="http://schemas.microsoft.com/office/drawing/2014/main" id="{C5FF5B59-739D-4A3A-9043-853DCC8403B5}"/>
              </a:ext>
            </a:extLst>
          </p:cNvPr>
          <p:cNvCxnSpPr>
            <a:stCxn xmlns:a="http://schemas.openxmlformats.org/drawingml/2006/main" id="7" idx="3"/>
            <a:endCxn xmlns:a="http://schemas.openxmlformats.org/drawingml/2006/main" id="10" idx="1"/>
          </p:cNvCxnSpPr>
          <p:nvPr/>
        </p:nvCxnSpPr>
        <p:spPr>
          <a:xfrm xmlns:a="http://schemas.openxmlformats.org/drawingml/2006/main">
            <a:off x="3867150" y="2552700"/>
            <a:ext cx="1428750" cy="0"/>
          </a:xfrm>
          <a:prstGeom xmlns:a="http://schemas.openxmlformats.org/drawingml/2006/main" prst="straightConnector1">
            <a:avLst/>
          </a:prstGeom>
          <a:ln xmlns:a="http://schemas.openxmlformats.org/drawingml/2006/main" w="23813">
            <a:solidFill>
              <a:srgbClr val="70E8FF"/>
            </a:solidFill>
            <a:prstDash val="solid"/>
          </a:ln>
        </p:spPr>
      </p:cxnSp>
      <p:cxnSp>
        <p:nvCxnSpPr>
          <p:cNvPr id="19" name="">
            <a:extLst xmlns:a="http://schemas.openxmlformats.org/drawingml/2006/main">
              <a:ext uri="{FF2B5EF4-FFF2-40B4-BE49-F238E27FC236}">
                <a16:creationId xmlns:a16="http://schemas.microsoft.com/office/drawing/2014/main" id="{D64451BA-E5C2-4894-8CAB-D8351468732F}"/>
              </a:ext>
            </a:extLst>
          </p:cNvPr>
          <p:cNvCxnSpPr>
            <a:stCxn xmlns:a="http://schemas.openxmlformats.org/drawingml/2006/main" id="4" idx="3"/>
            <a:endCxn xmlns:a="http://schemas.openxmlformats.org/drawingml/2006/main" id="7" idx="1"/>
          </p:cNvCxnSpPr>
          <p:nvPr/>
        </p:nvCxnSpPr>
        <p:spPr>
          <a:xfrm xmlns:a="http://schemas.openxmlformats.org/drawingml/2006/main">
            <a:off x="1562100" y="2552700"/>
            <a:ext cx="1428750" cy="0"/>
          </a:xfrm>
          <a:prstGeom xmlns:a="http://schemas.openxmlformats.org/drawingml/2006/main" prst="straightConnector1">
            <a:avLst/>
          </a:prstGeom>
          <a:ln xmlns:a="http://schemas.openxmlformats.org/drawingml/2006/main" w="23813">
            <a:solidFill>
              <a:srgbClr val="70E8FF"/>
            </a:solidFill>
            <a:prstDash val="solid"/>
          </a:ln>
        </p:spPr>
      </p:cxnSp>
      <p:sp>
        <p:nvSpPr>
          <p:cNvPr id="26" name="">
            <a:extLst xmlns:a="http://schemas.openxmlformats.org/drawingml/2006/main">
              <a:ext uri="{FF2B5EF4-FFF2-40B4-BE49-F238E27FC236}">
                <a16:creationId xmlns:a16="http://schemas.microsoft.com/office/drawing/2014/main" id="{CEEF62A8-FB06-4E43-A166-47C5BCAE2D99}"/>
              </a:ext>
            </a:extLst>
          </p:cNvPr>
          <p:cNvSpPr>
            <a:spLocks xmlns:a="http://schemas.openxmlformats.org/drawingml/2006/main" noGrp="1"/>
          </p:cNvSpPr>
          <p:nvPr/>
        </p:nvSpPr>
        <p:spPr>
          <a:xfrm xmlns:a="http://schemas.openxmlformats.org/drawingml/2006/main">
            <a:off x="666750" y="400050"/>
            <a:ext cx="10572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850" b="1">
                <a:solidFill>
                  <a:srgbClr val="FFFFFF"/>
                </a:solidFill>
                <a:latin typeface="Segoe UI"/>
                <a:ea typeface="Segoe UI"/>
                <a:cs typeface="Segoe UI"/>
              </a:defRPr>
            </a:defPPr>
            <a:lvl1pPr algn="l">
              <a:defRPr sz="2850" b="1">
                <a:solidFill>
                  <a:srgbClr val="FFFFFF"/>
                </a:solidFill>
                <a:latin typeface="Segoe UI"/>
                <a:ea typeface="Segoe UI"/>
                <a:cs typeface="Segoe UI"/>
              </a:defRPr>
            </a:lvl1pPr>
            <a:lvl2pPr algn="l">
              <a:defRPr sz="2850" b="1">
                <a:solidFill>
                  <a:srgbClr val="FFFFFF"/>
                </a:solidFill>
                <a:latin typeface="Segoe UI"/>
                <a:ea typeface="Segoe UI"/>
                <a:cs typeface="Segoe UI"/>
              </a:defRPr>
            </a:lvl2pPr>
            <a:lvl3pPr algn="l">
              <a:defRPr sz="2850" b="1">
                <a:solidFill>
                  <a:srgbClr val="FFFFFF"/>
                </a:solidFill>
                <a:latin typeface="Segoe UI"/>
                <a:ea typeface="Segoe UI"/>
                <a:cs typeface="Segoe UI"/>
              </a:defRPr>
            </a:lvl3pPr>
            <a:lvl4pPr algn="l">
              <a:defRPr sz="2850" b="1">
                <a:solidFill>
                  <a:srgbClr val="FFFFFF"/>
                </a:solidFill>
                <a:latin typeface="Segoe UI"/>
                <a:ea typeface="Segoe UI"/>
                <a:cs typeface="Segoe UI"/>
              </a:defRPr>
            </a:lvl4pPr>
            <a:lvl5pPr algn="l">
              <a:defRPr sz="2850" b="1">
                <a:solidFill>
                  <a:srgbClr val="FFFFFF"/>
                </a:solidFill>
                <a:latin typeface="Segoe UI"/>
                <a:ea typeface="Segoe UI"/>
                <a:cs typeface="Segoe UI"/>
              </a:defRPr>
            </a:lvl5pPr>
            <a:lvl6pPr algn="l">
              <a:defRPr sz="2850" b="1">
                <a:solidFill>
                  <a:srgbClr val="FFFFFF"/>
                </a:solidFill>
                <a:latin typeface="Segoe UI"/>
                <a:ea typeface="Segoe UI"/>
                <a:cs typeface="Segoe UI"/>
              </a:defRPr>
            </a:lvl6pPr>
            <a:lvl7pPr algn="l">
              <a:defRPr sz="2850" b="1">
                <a:solidFill>
                  <a:srgbClr val="FFFFFF"/>
                </a:solidFill>
                <a:latin typeface="Segoe UI"/>
                <a:ea typeface="Segoe UI"/>
                <a:cs typeface="Segoe UI"/>
              </a:defRPr>
            </a:lvl7pPr>
            <a:lvl8pPr algn="l">
              <a:defRPr sz="2850" b="1">
                <a:solidFill>
                  <a:srgbClr val="FFFFFF"/>
                </a:solidFill>
                <a:latin typeface="Segoe UI"/>
                <a:ea typeface="Segoe UI"/>
                <a:cs typeface="Segoe UI"/>
              </a:defRPr>
            </a:lvl8pPr>
            <a:lvl9pPr algn="l">
              <a:defRPr sz="2850" b="1">
                <a:solidFill>
                  <a:srgbClr val="FFFFFF"/>
                </a:solidFill>
                <a:latin typeface="Segoe UI"/>
                <a:ea typeface="Segoe UI"/>
                <a:cs typeface="Segoe UI"/>
              </a:defRPr>
            </a:lvl9pPr>
          </a:lstStyle>
          <a:p xmlns:a="http://schemas.openxmlformats.org/drawingml/2006/main">
            <a:pPr algn="l">
              <a:defRPr sz="2850" b="1">
                <a:solidFill>
                  <a:srgbClr val="FFFFFF"/>
                </a:solidFill>
                <a:latin typeface="Segoe UI"/>
                <a:ea typeface="Segoe UI"/>
                <a:cs typeface="Segoe UI"/>
              </a:defRPr>
            </a:pPr>
            <a:r>
              <a:rPr sz="2850" b="1">
                <a:solidFill>
                  <a:srgbClr val="FFFFFF"/>
                </a:solidFill>
                <a:latin typeface="Segoe UI"/>
                <a:ea typeface="Segoe UI"/>
                <a:cs typeface="Segoe UI"/>
              </a:rPr>
              <a:t>Una canción, de principio a fin</a:t>
            </a:r>
          </a:p>
        </p:txBody>
      </p:sp>
      <p:sp>
        <p:nvSpPr>
          <p:cNvPr id="2" name="">
            <a:extLst xmlns:a="http://schemas.openxmlformats.org/drawingml/2006/main">
              <a:ext uri="{FF2B5EF4-FFF2-40B4-BE49-F238E27FC236}">
                <a16:creationId xmlns:a16="http://schemas.microsoft.com/office/drawing/2014/main" id="{A92FE070-DB42-41C2-B4AD-B6097654A602}"/>
              </a:ext>
            </a:extLst>
          </p:cNvPr>
          <p:cNvSpPr>
            <a:spLocks xmlns:a="http://schemas.openxmlformats.org/drawingml/2006/main" noGrp="1"/>
          </p:cNvSpPr>
          <p:nvPr/>
        </p:nvSpPr>
        <p:spPr>
          <a:xfrm xmlns:a="http://schemas.openxmlformats.org/drawingml/2006/main">
            <a:off x="666750" y="1181100"/>
            <a:ext cx="10858500" cy="0"/>
          </a:xfrm>
          <a:prstGeom xmlns:a="http://schemas.openxmlformats.org/drawingml/2006/main" prst="line">
            <a:avLst/>
          </a:prstGeom>
          <a:noFill xmlns:a="http://schemas.openxmlformats.org/drawingml/2006/main"/>
          <a:ln xmlns:a="http://schemas.openxmlformats.org/drawingml/2006/main" w="11430">
            <a:solidFill>
              <a:srgbClr val="303963"/>
            </a:solidFill>
            <a:prstDash val="solid"/>
          </a:ln>
        </p:spPr>
      </p:sp>
      <p:sp>
        <p:nvSpPr>
          <p:cNvPr id="3" name="">
            <a:extLst xmlns:a="http://schemas.openxmlformats.org/drawingml/2006/main">
              <a:ext uri="{FF2B5EF4-FFF2-40B4-BE49-F238E27FC236}">
                <a16:creationId xmlns:a16="http://schemas.microsoft.com/office/drawing/2014/main" id="{0A68853B-CAED-4CBE-83AF-570AD336387E}"/>
              </a:ext>
            </a:extLst>
          </p:cNvPr>
          <p:cNvSpPr>
            <a:spLocks xmlns:a="http://schemas.openxmlformats.org/drawingml/2006/main" noGrp="1"/>
          </p:cNvSpPr>
          <p:nvPr/>
        </p:nvSpPr>
        <p:spPr>
          <a:xfrm xmlns:a="http://schemas.openxmlformats.org/drawingml/2006/main">
            <a:off x="11210925" y="62103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0">
                <a:solidFill>
                  <a:srgbClr val="B5C3FF"/>
                </a:solidFill>
                <a:latin typeface="Segoe UI"/>
                <a:ea typeface="Segoe UI"/>
                <a:cs typeface="Segoe UI"/>
              </a:defRPr>
            </a:defPPr>
            <a:lvl1pPr algn="r">
              <a:defRPr sz="975" b="0">
                <a:solidFill>
                  <a:srgbClr val="B5C3FF"/>
                </a:solidFill>
                <a:latin typeface="Segoe UI"/>
                <a:ea typeface="Segoe UI"/>
                <a:cs typeface="Segoe UI"/>
              </a:defRPr>
            </a:lvl1pPr>
            <a:lvl2pPr algn="r">
              <a:defRPr sz="975" b="0">
                <a:solidFill>
                  <a:srgbClr val="B5C3FF"/>
                </a:solidFill>
                <a:latin typeface="Segoe UI"/>
                <a:ea typeface="Segoe UI"/>
                <a:cs typeface="Segoe UI"/>
              </a:defRPr>
            </a:lvl2pPr>
            <a:lvl3pPr algn="r">
              <a:defRPr sz="975" b="0">
                <a:solidFill>
                  <a:srgbClr val="B5C3FF"/>
                </a:solidFill>
                <a:latin typeface="Segoe UI"/>
                <a:ea typeface="Segoe UI"/>
                <a:cs typeface="Segoe UI"/>
              </a:defRPr>
            </a:lvl3pPr>
            <a:lvl4pPr algn="r">
              <a:defRPr sz="975" b="0">
                <a:solidFill>
                  <a:srgbClr val="B5C3FF"/>
                </a:solidFill>
                <a:latin typeface="Segoe UI"/>
                <a:ea typeface="Segoe UI"/>
                <a:cs typeface="Segoe UI"/>
              </a:defRPr>
            </a:lvl4pPr>
            <a:lvl5pPr algn="r">
              <a:defRPr sz="975" b="0">
                <a:solidFill>
                  <a:srgbClr val="B5C3FF"/>
                </a:solidFill>
                <a:latin typeface="Segoe UI"/>
                <a:ea typeface="Segoe UI"/>
                <a:cs typeface="Segoe UI"/>
              </a:defRPr>
            </a:lvl5pPr>
            <a:lvl6pPr algn="r">
              <a:defRPr sz="975" b="0">
                <a:solidFill>
                  <a:srgbClr val="B5C3FF"/>
                </a:solidFill>
                <a:latin typeface="Segoe UI"/>
                <a:ea typeface="Segoe UI"/>
                <a:cs typeface="Segoe UI"/>
              </a:defRPr>
            </a:lvl6pPr>
            <a:lvl7pPr algn="r">
              <a:defRPr sz="975" b="0">
                <a:solidFill>
                  <a:srgbClr val="B5C3FF"/>
                </a:solidFill>
                <a:latin typeface="Segoe UI"/>
                <a:ea typeface="Segoe UI"/>
                <a:cs typeface="Segoe UI"/>
              </a:defRPr>
            </a:lvl7pPr>
            <a:lvl8pPr algn="r">
              <a:defRPr sz="975" b="0">
                <a:solidFill>
                  <a:srgbClr val="B5C3FF"/>
                </a:solidFill>
                <a:latin typeface="Segoe UI"/>
                <a:ea typeface="Segoe UI"/>
                <a:cs typeface="Segoe UI"/>
              </a:defRPr>
            </a:lvl8pPr>
            <a:lvl9pPr algn="r">
              <a:defRPr sz="975" b="0">
                <a:solidFill>
                  <a:srgbClr val="B5C3FF"/>
                </a:solidFill>
                <a:latin typeface="Segoe UI"/>
                <a:ea typeface="Segoe UI"/>
                <a:cs typeface="Segoe UI"/>
              </a:defRPr>
            </a:lvl9pPr>
          </a:lstStyle>
          <a:p xmlns:a="http://schemas.openxmlformats.org/drawingml/2006/main">
            <a:pPr algn="r">
              <a:defRPr sz="975" b="0">
                <a:solidFill>
                  <a:srgbClr val="B5C3FF"/>
                </a:solidFill>
                <a:latin typeface="Segoe UI"/>
                <a:ea typeface="Segoe UI"/>
                <a:cs typeface="Segoe UI"/>
              </a:defRPr>
            </a:pPr>
            <a:r>
              <a:rPr sz="975" b="0">
                <a:solidFill>
                  <a:srgbClr val="B5C3FF"/>
                </a:solidFill>
                <a:latin typeface="Segoe UI"/>
                <a:ea typeface="Segoe UI"/>
                <a:cs typeface="Segoe UI"/>
              </a:rPr>
              <a:t>06</a:t>
            </a:r>
          </a:p>
        </p:txBody>
      </p:sp>
      <p:sp>
        <p:nvSpPr>
          <p:cNvPr id="4" name="">
            <a:extLst xmlns:a="http://schemas.openxmlformats.org/drawingml/2006/main">
              <a:ext uri="{FF2B5EF4-FFF2-40B4-BE49-F238E27FC236}">
                <a16:creationId xmlns:a16="http://schemas.microsoft.com/office/drawing/2014/main" id="{1C0D9166-457B-40B8-9035-EDFBD82B3472}"/>
              </a:ext>
            </a:extLst>
          </p:cNvPr>
          <p:cNvSpPr>
            <a:spLocks xmlns:a="http://schemas.openxmlformats.org/drawingml/2006/main" noGrp="1"/>
          </p:cNvSpPr>
          <p:nvPr/>
        </p:nvSpPr>
        <p:spPr>
          <a:xfrm xmlns:a="http://schemas.openxmlformats.org/drawingml/2006/main">
            <a:off x="685800" y="2114550"/>
            <a:ext cx="876300" cy="876300"/>
          </a:xfrm>
          <a:prstGeom xmlns:a="http://schemas.openxmlformats.org/drawingml/2006/main" prst="roundRect">
            <a:avLst>
              <a:gd name="adj" fmla="val 8696"/>
            </a:avLst>
          </a:prstGeom>
          <a:solidFill xmlns:a="http://schemas.openxmlformats.org/drawingml/2006/main">
            <a:srgbClr val="3651FF"/>
          </a:solidFill>
          <a:ln xmlns:a="http://schemas.openxmlformats.org/drawingml/2006/main" w="14288">
            <a:solidFill>
              <a:srgbClr val="6679E8"/>
            </a:solidFill>
            <a:prstDash val="solid"/>
          </a:ln>
        </p:spPr>
      </p:sp>
      <p:sp>
        <p:nvSpPr>
          <p:cNvPr id="5" name="">
            <a:extLst xmlns:a="http://schemas.openxmlformats.org/drawingml/2006/main">
              <a:ext uri="{FF2B5EF4-FFF2-40B4-BE49-F238E27FC236}">
                <a16:creationId xmlns:a16="http://schemas.microsoft.com/office/drawing/2014/main" id="{B9C7C955-A919-447D-873C-67BF83B044AB}"/>
              </a:ext>
            </a:extLst>
          </p:cNvPr>
          <p:cNvSpPr>
            <a:spLocks xmlns:a="http://schemas.openxmlformats.org/drawingml/2006/main" noGrp="1"/>
          </p:cNvSpPr>
          <p:nvPr/>
        </p:nvSpPr>
        <p:spPr>
          <a:xfrm xmlns:a="http://schemas.openxmlformats.org/drawingml/2006/main">
            <a:off x="857250" y="2190750"/>
            <a:ext cx="5334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575" b="1">
                <a:solidFill>
                  <a:srgbClr val="FFFFFF"/>
                </a:solidFill>
                <a:latin typeface="Segoe UI"/>
                <a:ea typeface="Segoe UI"/>
                <a:cs typeface="Segoe UI"/>
              </a:defRPr>
            </a:defPPr>
            <a:lvl1pPr algn="ctr">
              <a:defRPr sz="1575" b="1">
                <a:solidFill>
                  <a:srgbClr val="FFFFFF"/>
                </a:solidFill>
                <a:latin typeface="Segoe UI"/>
                <a:ea typeface="Segoe UI"/>
                <a:cs typeface="Segoe UI"/>
              </a:defRPr>
            </a:lvl1pPr>
            <a:lvl2pPr algn="ctr">
              <a:defRPr sz="1575" b="1">
                <a:solidFill>
                  <a:srgbClr val="FFFFFF"/>
                </a:solidFill>
                <a:latin typeface="Segoe UI"/>
                <a:ea typeface="Segoe UI"/>
                <a:cs typeface="Segoe UI"/>
              </a:defRPr>
            </a:lvl2pPr>
            <a:lvl3pPr algn="ctr">
              <a:defRPr sz="1575" b="1">
                <a:solidFill>
                  <a:srgbClr val="FFFFFF"/>
                </a:solidFill>
                <a:latin typeface="Segoe UI"/>
                <a:ea typeface="Segoe UI"/>
                <a:cs typeface="Segoe UI"/>
              </a:defRPr>
            </a:lvl3pPr>
            <a:lvl4pPr algn="ctr">
              <a:defRPr sz="1575" b="1">
                <a:solidFill>
                  <a:srgbClr val="FFFFFF"/>
                </a:solidFill>
                <a:latin typeface="Segoe UI"/>
                <a:ea typeface="Segoe UI"/>
                <a:cs typeface="Segoe UI"/>
              </a:defRPr>
            </a:lvl4pPr>
            <a:lvl5pPr algn="ctr">
              <a:defRPr sz="1575" b="1">
                <a:solidFill>
                  <a:srgbClr val="FFFFFF"/>
                </a:solidFill>
                <a:latin typeface="Segoe UI"/>
                <a:ea typeface="Segoe UI"/>
                <a:cs typeface="Segoe UI"/>
              </a:defRPr>
            </a:lvl5pPr>
            <a:lvl6pPr algn="ctr">
              <a:defRPr sz="1575" b="1">
                <a:solidFill>
                  <a:srgbClr val="FFFFFF"/>
                </a:solidFill>
                <a:latin typeface="Segoe UI"/>
                <a:ea typeface="Segoe UI"/>
                <a:cs typeface="Segoe UI"/>
              </a:defRPr>
            </a:lvl6pPr>
            <a:lvl7pPr algn="ctr">
              <a:defRPr sz="1575" b="1">
                <a:solidFill>
                  <a:srgbClr val="FFFFFF"/>
                </a:solidFill>
                <a:latin typeface="Segoe UI"/>
                <a:ea typeface="Segoe UI"/>
                <a:cs typeface="Segoe UI"/>
              </a:defRPr>
            </a:lvl7pPr>
            <a:lvl8pPr algn="ctr">
              <a:defRPr sz="1575" b="1">
                <a:solidFill>
                  <a:srgbClr val="FFFFFF"/>
                </a:solidFill>
                <a:latin typeface="Segoe UI"/>
                <a:ea typeface="Segoe UI"/>
                <a:cs typeface="Segoe UI"/>
              </a:defRPr>
            </a:lvl8pPr>
            <a:lvl9pPr algn="ctr">
              <a:defRPr sz="1575" b="1">
                <a:solidFill>
                  <a:srgbClr val="FFFFFF"/>
                </a:solidFill>
                <a:latin typeface="Segoe UI"/>
                <a:ea typeface="Segoe UI"/>
                <a:cs typeface="Segoe UI"/>
              </a:defRPr>
            </a:lvl9pPr>
          </a:lstStyle>
          <a:p xmlns:a="http://schemas.openxmlformats.org/drawingml/2006/main">
            <a:pPr algn="ctr">
              <a:defRPr sz="1575" b="1">
                <a:solidFill>
                  <a:srgbClr val="FFFFFF"/>
                </a:solidFill>
                <a:latin typeface="Segoe UI"/>
                <a:ea typeface="Segoe UI"/>
                <a:cs typeface="Segoe UI"/>
              </a:defRPr>
            </a:pPr>
            <a:r>
              <a:rPr sz="1575" b="1">
                <a:solidFill>
                  <a:srgbClr val="FFFFFF"/>
                </a:solidFill>
                <a:latin typeface="Segoe UI"/>
                <a:ea typeface="Segoe UI"/>
                <a:cs typeface="Segoe UI"/>
              </a:rPr>
              <a:t>01</a:t>
            </a:r>
          </a:p>
        </p:txBody>
      </p:sp>
      <p:sp>
        <p:nvSpPr>
          <p:cNvPr id="6" name="">
            <a:extLst xmlns:a="http://schemas.openxmlformats.org/drawingml/2006/main">
              <a:ext uri="{FF2B5EF4-FFF2-40B4-BE49-F238E27FC236}">
                <a16:creationId xmlns:a16="http://schemas.microsoft.com/office/drawing/2014/main" id="{3D7689DC-3B11-4A49-A928-0C26023CEF4F}"/>
              </a:ext>
            </a:extLst>
          </p:cNvPr>
          <p:cNvSpPr>
            <a:spLocks xmlns:a="http://schemas.openxmlformats.org/drawingml/2006/main" noGrp="1"/>
          </p:cNvSpPr>
          <p:nvPr/>
        </p:nvSpPr>
        <p:spPr>
          <a:xfrm xmlns:a="http://schemas.openxmlformats.org/drawingml/2006/main">
            <a:off x="685800" y="3381375"/>
            <a:ext cx="18859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a:solidFill>
                  <a:srgbClr val="FFFFFF"/>
                </a:solidFill>
                <a:latin typeface="Segoe UI"/>
                <a:ea typeface="Segoe UI"/>
                <a:cs typeface="Segoe UI"/>
              </a:defRPr>
            </a:defPPr>
            <a:lvl1pPr algn="l">
              <a:defRPr sz="1725" b="1">
                <a:solidFill>
                  <a:srgbClr val="FFFFFF"/>
                </a:solidFill>
                <a:latin typeface="Segoe UI"/>
                <a:ea typeface="Segoe UI"/>
                <a:cs typeface="Segoe UI"/>
              </a:defRPr>
            </a:lvl1pPr>
            <a:lvl2pPr algn="l">
              <a:defRPr sz="1725" b="1">
                <a:solidFill>
                  <a:srgbClr val="FFFFFF"/>
                </a:solidFill>
                <a:latin typeface="Segoe UI"/>
                <a:ea typeface="Segoe UI"/>
                <a:cs typeface="Segoe UI"/>
              </a:defRPr>
            </a:lvl2pPr>
            <a:lvl3pPr algn="l">
              <a:defRPr sz="1725" b="1">
                <a:solidFill>
                  <a:srgbClr val="FFFFFF"/>
                </a:solidFill>
                <a:latin typeface="Segoe UI"/>
                <a:ea typeface="Segoe UI"/>
                <a:cs typeface="Segoe UI"/>
              </a:defRPr>
            </a:lvl3pPr>
            <a:lvl4pPr algn="l">
              <a:defRPr sz="1725" b="1">
                <a:solidFill>
                  <a:srgbClr val="FFFFFF"/>
                </a:solidFill>
                <a:latin typeface="Segoe UI"/>
                <a:ea typeface="Segoe UI"/>
                <a:cs typeface="Segoe UI"/>
              </a:defRPr>
            </a:lvl4pPr>
            <a:lvl5pPr algn="l">
              <a:defRPr sz="1725" b="1">
                <a:solidFill>
                  <a:srgbClr val="FFFFFF"/>
                </a:solidFill>
                <a:latin typeface="Segoe UI"/>
                <a:ea typeface="Segoe UI"/>
                <a:cs typeface="Segoe UI"/>
              </a:defRPr>
            </a:lvl5pPr>
            <a:lvl6pPr algn="l">
              <a:defRPr sz="1725" b="1">
                <a:solidFill>
                  <a:srgbClr val="FFFFFF"/>
                </a:solidFill>
                <a:latin typeface="Segoe UI"/>
                <a:ea typeface="Segoe UI"/>
                <a:cs typeface="Segoe UI"/>
              </a:defRPr>
            </a:lvl6pPr>
            <a:lvl7pPr algn="l">
              <a:defRPr sz="1725" b="1">
                <a:solidFill>
                  <a:srgbClr val="FFFFFF"/>
                </a:solidFill>
                <a:latin typeface="Segoe UI"/>
                <a:ea typeface="Segoe UI"/>
                <a:cs typeface="Segoe UI"/>
              </a:defRPr>
            </a:lvl7pPr>
            <a:lvl8pPr algn="l">
              <a:defRPr sz="1725" b="1">
                <a:solidFill>
                  <a:srgbClr val="FFFFFF"/>
                </a:solidFill>
                <a:latin typeface="Segoe UI"/>
                <a:ea typeface="Segoe UI"/>
                <a:cs typeface="Segoe UI"/>
              </a:defRPr>
            </a:lvl8pPr>
            <a:lvl9pPr algn="l">
              <a:defRPr sz="1725" b="1">
                <a:solidFill>
                  <a:srgbClr val="FFFFFF"/>
                </a:solidFill>
                <a:latin typeface="Segoe UI"/>
                <a:ea typeface="Segoe UI"/>
                <a:cs typeface="Segoe UI"/>
              </a:defRPr>
            </a:lvl9pPr>
          </a:lstStyle>
          <a:p xmlns:a="http://schemas.openxmlformats.org/drawingml/2006/main">
            <a:pPr algn="l">
              <a:defRPr sz="1725" b="1">
                <a:solidFill>
                  <a:srgbClr val="FFFFFF"/>
                </a:solidFill>
                <a:latin typeface="Segoe UI"/>
                <a:ea typeface="Segoe UI"/>
                <a:cs typeface="Segoe UI"/>
              </a:defRPr>
            </a:pPr>
            <a:r>
              <a:rPr sz="1725" b="1">
                <a:solidFill>
                  <a:srgbClr val="FFFFFF"/>
                </a:solidFill>
                <a:latin typeface="Segoe UI"/>
                <a:ea typeface="Segoe UI"/>
                <a:cs typeface="Segoe UI"/>
              </a:rPr>
              <a:t>DJ activa</a:t>
            </a:r>
          </a:p>
          <a:p xmlns:a="http://schemas.openxmlformats.org/drawingml/2006/main">
            <a:pPr algn="l">
              <a:defRPr sz="1725" b="1">
                <a:solidFill>
                  <a:srgbClr val="FFFFFF"/>
                </a:solidFill>
                <a:latin typeface="Segoe UI"/>
                <a:ea typeface="Segoe UI"/>
                <a:cs typeface="Segoe UI"/>
              </a:defRPr>
            </a:pPr>
            <a:r>
              <a:rPr sz="1725" b="1">
                <a:solidFill>
                  <a:srgbClr val="FFFFFF"/>
                </a:solidFill>
                <a:latin typeface="Segoe UI"/>
                <a:ea typeface="Segoe UI"/>
                <a:cs typeface="Segoe UI"/>
              </a:rPr>
              <a:t>el evento</a:t>
            </a:r>
          </a:p>
        </p:txBody>
      </p:sp>
      <p:sp>
        <p:nvSpPr>
          <p:cNvPr id="7" name="">
            <a:extLst xmlns:a="http://schemas.openxmlformats.org/drawingml/2006/main">
              <a:ext uri="{FF2B5EF4-FFF2-40B4-BE49-F238E27FC236}">
                <a16:creationId xmlns:a16="http://schemas.microsoft.com/office/drawing/2014/main" id="{A8DB9D54-88D7-44D1-BE58-CE088FC6517F}"/>
              </a:ext>
            </a:extLst>
          </p:cNvPr>
          <p:cNvSpPr>
            <a:spLocks xmlns:a="http://schemas.openxmlformats.org/drawingml/2006/main" noGrp="1"/>
          </p:cNvSpPr>
          <p:nvPr/>
        </p:nvSpPr>
        <p:spPr>
          <a:xfrm xmlns:a="http://schemas.openxmlformats.org/drawingml/2006/main">
            <a:off x="2990850" y="2114550"/>
            <a:ext cx="876300" cy="876300"/>
          </a:xfrm>
          <a:prstGeom xmlns:a="http://schemas.openxmlformats.org/drawingml/2006/main" prst="roundRect">
            <a:avLst>
              <a:gd name="adj" fmla="val 8696"/>
            </a:avLst>
          </a:prstGeom>
          <a:solidFill xmlns:a="http://schemas.openxmlformats.org/drawingml/2006/main">
            <a:srgbClr val="3651FF"/>
          </a:solidFill>
          <a:ln xmlns:a="http://schemas.openxmlformats.org/drawingml/2006/main" w="14288">
            <a:solidFill>
              <a:srgbClr val="6679E8"/>
            </a:solidFill>
            <a:prstDash val="solid"/>
          </a:ln>
        </p:spPr>
      </p:sp>
      <p:sp>
        <p:nvSpPr>
          <p:cNvPr id="8" name="">
            <a:extLst xmlns:a="http://schemas.openxmlformats.org/drawingml/2006/main">
              <a:ext uri="{FF2B5EF4-FFF2-40B4-BE49-F238E27FC236}">
                <a16:creationId xmlns:a16="http://schemas.microsoft.com/office/drawing/2014/main" id="{F43E0CFA-D1B6-4D6D-A94C-56833902AB70}"/>
              </a:ext>
            </a:extLst>
          </p:cNvPr>
          <p:cNvSpPr>
            <a:spLocks xmlns:a="http://schemas.openxmlformats.org/drawingml/2006/main" noGrp="1"/>
          </p:cNvSpPr>
          <p:nvPr/>
        </p:nvSpPr>
        <p:spPr>
          <a:xfrm xmlns:a="http://schemas.openxmlformats.org/drawingml/2006/main">
            <a:off x="3162300" y="2190750"/>
            <a:ext cx="5334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575" b="1">
                <a:solidFill>
                  <a:srgbClr val="FFFFFF"/>
                </a:solidFill>
                <a:latin typeface="Segoe UI"/>
                <a:ea typeface="Segoe UI"/>
                <a:cs typeface="Segoe UI"/>
              </a:defRPr>
            </a:defPPr>
            <a:lvl1pPr algn="ctr">
              <a:defRPr sz="1575" b="1">
                <a:solidFill>
                  <a:srgbClr val="FFFFFF"/>
                </a:solidFill>
                <a:latin typeface="Segoe UI"/>
                <a:ea typeface="Segoe UI"/>
                <a:cs typeface="Segoe UI"/>
              </a:defRPr>
            </a:lvl1pPr>
            <a:lvl2pPr algn="ctr">
              <a:defRPr sz="1575" b="1">
                <a:solidFill>
                  <a:srgbClr val="FFFFFF"/>
                </a:solidFill>
                <a:latin typeface="Segoe UI"/>
                <a:ea typeface="Segoe UI"/>
                <a:cs typeface="Segoe UI"/>
              </a:defRPr>
            </a:lvl2pPr>
            <a:lvl3pPr algn="ctr">
              <a:defRPr sz="1575" b="1">
                <a:solidFill>
                  <a:srgbClr val="FFFFFF"/>
                </a:solidFill>
                <a:latin typeface="Segoe UI"/>
                <a:ea typeface="Segoe UI"/>
                <a:cs typeface="Segoe UI"/>
              </a:defRPr>
            </a:lvl3pPr>
            <a:lvl4pPr algn="ctr">
              <a:defRPr sz="1575" b="1">
                <a:solidFill>
                  <a:srgbClr val="FFFFFF"/>
                </a:solidFill>
                <a:latin typeface="Segoe UI"/>
                <a:ea typeface="Segoe UI"/>
                <a:cs typeface="Segoe UI"/>
              </a:defRPr>
            </a:lvl4pPr>
            <a:lvl5pPr algn="ctr">
              <a:defRPr sz="1575" b="1">
                <a:solidFill>
                  <a:srgbClr val="FFFFFF"/>
                </a:solidFill>
                <a:latin typeface="Segoe UI"/>
                <a:ea typeface="Segoe UI"/>
                <a:cs typeface="Segoe UI"/>
              </a:defRPr>
            </a:lvl5pPr>
            <a:lvl6pPr algn="ctr">
              <a:defRPr sz="1575" b="1">
                <a:solidFill>
                  <a:srgbClr val="FFFFFF"/>
                </a:solidFill>
                <a:latin typeface="Segoe UI"/>
                <a:ea typeface="Segoe UI"/>
                <a:cs typeface="Segoe UI"/>
              </a:defRPr>
            </a:lvl6pPr>
            <a:lvl7pPr algn="ctr">
              <a:defRPr sz="1575" b="1">
                <a:solidFill>
                  <a:srgbClr val="FFFFFF"/>
                </a:solidFill>
                <a:latin typeface="Segoe UI"/>
                <a:ea typeface="Segoe UI"/>
                <a:cs typeface="Segoe UI"/>
              </a:defRPr>
            </a:lvl7pPr>
            <a:lvl8pPr algn="ctr">
              <a:defRPr sz="1575" b="1">
                <a:solidFill>
                  <a:srgbClr val="FFFFFF"/>
                </a:solidFill>
                <a:latin typeface="Segoe UI"/>
                <a:ea typeface="Segoe UI"/>
                <a:cs typeface="Segoe UI"/>
              </a:defRPr>
            </a:lvl8pPr>
            <a:lvl9pPr algn="ctr">
              <a:defRPr sz="1575" b="1">
                <a:solidFill>
                  <a:srgbClr val="FFFFFF"/>
                </a:solidFill>
                <a:latin typeface="Segoe UI"/>
                <a:ea typeface="Segoe UI"/>
                <a:cs typeface="Segoe UI"/>
              </a:defRPr>
            </a:lvl9pPr>
          </a:lstStyle>
          <a:p xmlns:a="http://schemas.openxmlformats.org/drawingml/2006/main">
            <a:pPr algn="ctr">
              <a:defRPr sz="1575" b="1">
                <a:solidFill>
                  <a:srgbClr val="FFFFFF"/>
                </a:solidFill>
                <a:latin typeface="Segoe UI"/>
                <a:ea typeface="Segoe UI"/>
                <a:cs typeface="Segoe UI"/>
              </a:defRPr>
            </a:pPr>
            <a:r>
              <a:rPr sz="1575" b="1">
                <a:solidFill>
                  <a:srgbClr val="FFFFFF"/>
                </a:solidFill>
                <a:latin typeface="Segoe UI"/>
                <a:ea typeface="Segoe UI"/>
                <a:cs typeface="Segoe UI"/>
              </a:rPr>
              <a:t>02</a:t>
            </a:r>
          </a:p>
        </p:txBody>
      </p:sp>
      <p:sp>
        <p:nvSpPr>
          <p:cNvPr id="9" name="">
            <a:extLst xmlns:a="http://schemas.openxmlformats.org/drawingml/2006/main">
              <a:ext uri="{FF2B5EF4-FFF2-40B4-BE49-F238E27FC236}">
                <a16:creationId xmlns:a16="http://schemas.microsoft.com/office/drawing/2014/main" id="{EA47F950-7183-4856-9CE2-BD52E5F8C276}"/>
              </a:ext>
            </a:extLst>
          </p:cNvPr>
          <p:cNvSpPr>
            <a:spLocks xmlns:a="http://schemas.openxmlformats.org/drawingml/2006/main" noGrp="1"/>
          </p:cNvSpPr>
          <p:nvPr/>
        </p:nvSpPr>
        <p:spPr>
          <a:xfrm xmlns:a="http://schemas.openxmlformats.org/drawingml/2006/main">
            <a:off x="2990850" y="3381375"/>
            <a:ext cx="18859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a:solidFill>
                  <a:srgbClr val="FFFFFF"/>
                </a:solidFill>
                <a:latin typeface="Segoe UI"/>
                <a:ea typeface="Segoe UI"/>
                <a:cs typeface="Segoe UI"/>
              </a:defRPr>
            </a:defPPr>
            <a:lvl1pPr algn="l">
              <a:defRPr sz="1725" b="1">
                <a:solidFill>
                  <a:srgbClr val="FFFFFF"/>
                </a:solidFill>
                <a:latin typeface="Segoe UI"/>
                <a:ea typeface="Segoe UI"/>
                <a:cs typeface="Segoe UI"/>
              </a:defRPr>
            </a:lvl1pPr>
            <a:lvl2pPr algn="l">
              <a:defRPr sz="1725" b="1">
                <a:solidFill>
                  <a:srgbClr val="FFFFFF"/>
                </a:solidFill>
                <a:latin typeface="Segoe UI"/>
                <a:ea typeface="Segoe UI"/>
                <a:cs typeface="Segoe UI"/>
              </a:defRPr>
            </a:lvl2pPr>
            <a:lvl3pPr algn="l">
              <a:defRPr sz="1725" b="1">
                <a:solidFill>
                  <a:srgbClr val="FFFFFF"/>
                </a:solidFill>
                <a:latin typeface="Segoe UI"/>
                <a:ea typeface="Segoe UI"/>
                <a:cs typeface="Segoe UI"/>
              </a:defRPr>
            </a:lvl3pPr>
            <a:lvl4pPr algn="l">
              <a:defRPr sz="1725" b="1">
                <a:solidFill>
                  <a:srgbClr val="FFFFFF"/>
                </a:solidFill>
                <a:latin typeface="Segoe UI"/>
                <a:ea typeface="Segoe UI"/>
                <a:cs typeface="Segoe UI"/>
              </a:defRPr>
            </a:lvl4pPr>
            <a:lvl5pPr algn="l">
              <a:defRPr sz="1725" b="1">
                <a:solidFill>
                  <a:srgbClr val="FFFFFF"/>
                </a:solidFill>
                <a:latin typeface="Segoe UI"/>
                <a:ea typeface="Segoe UI"/>
                <a:cs typeface="Segoe UI"/>
              </a:defRPr>
            </a:lvl5pPr>
            <a:lvl6pPr algn="l">
              <a:defRPr sz="1725" b="1">
                <a:solidFill>
                  <a:srgbClr val="FFFFFF"/>
                </a:solidFill>
                <a:latin typeface="Segoe UI"/>
                <a:ea typeface="Segoe UI"/>
                <a:cs typeface="Segoe UI"/>
              </a:defRPr>
            </a:lvl6pPr>
            <a:lvl7pPr algn="l">
              <a:defRPr sz="1725" b="1">
                <a:solidFill>
                  <a:srgbClr val="FFFFFF"/>
                </a:solidFill>
                <a:latin typeface="Segoe UI"/>
                <a:ea typeface="Segoe UI"/>
                <a:cs typeface="Segoe UI"/>
              </a:defRPr>
            </a:lvl7pPr>
            <a:lvl8pPr algn="l">
              <a:defRPr sz="1725" b="1">
                <a:solidFill>
                  <a:srgbClr val="FFFFFF"/>
                </a:solidFill>
                <a:latin typeface="Segoe UI"/>
                <a:ea typeface="Segoe UI"/>
                <a:cs typeface="Segoe UI"/>
              </a:defRPr>
            </a:lvl8pPr>
            <a:lvl9pPr algn="l">
              <a:defRPr sz="1725" b="1">
                <a:solidFill>
                  <a:srgbClr val="FFFFFF"/>
                </a:solidFill>
                <a:latin typeface="Segoe UI"/>
                <a:ea typeface="Segoe UI"/>
                <a:cs typeface="Segoe UI"/>
              </a:defRPr>
            </a:lvl9pPr>
          </a:lstStyle>
          <a:p xmlns:a="http://schemas.openxmlformats.org/drawingml/2006/main">
            <a:pPr algn="l">
              <a:defRPr sz="1725" b="1">
                <a:solidFill>
                  <a:srgbClr val="FFFFFF"/>
                </a:solidFill>
                <a:latin typeface="Segoe UI"/>
                <a:ea typeface="Segoe UI"/>
                <a:cs typeface="Segoe UI"/>
              </a:defRPr>
            </a:pPr>
            <a:r>
              <a:rPr sz="1725" b="1">
                <a:solidFill>
                  <a:srgbClr val="FFFFFF"/>
                </a:solidFill>
                <a:latin typeface="Segoe UI"/>
                <a:ea typeface="Segoe UI"/>
                <a:cs typeface="Segoe UI"/>
              </a:rPr>
              <a:t>Público busca</a:t>
            </a:r>
          </a:p>
          <a:p xmlns:a="http://schemas.openxmlformats.org/drawingml/2006/main">
            <a:pPr algn="l">
              <a:defRPr sz="1725" b="1">
                <a:solidFill>
                  <a:srgbClr val="FFFFFF"/>
                </a:solidFill>
                <a:latin typeface="Segoe UI"/>
                <a:ea typeface="Segoe UI"/>
                <a:cs typeface="Segoe UI"/>
              </a:defRPr>
            </a:pPr>
            <a:r>
              <a:rPr sz="1725" b="1">
                <a:solidFill>
                  <a:srgbClr val="FFFFFF"/>
                </a:solidFill>
                <a:latin typeface="Segoe UI"/>
                <a:ea typeface="Segoe UI"/>
                <a:cs typeface="Segoe UI"/>
              </a:rPr>
              <a:t>una canción</a:t>
            </a:r>
          </a:p>
        </p:txBody>
      </p:sp>
      <p:sp>
        <p:nvSpPr>
          <p:cNvPr id="10" name="">
            <a:extLst xmlns:a="http://schemas.openxmlformats.org/drawingml/2006/main">
              <a:ext uri="{FF2B5EF4-FFF2-40B4-BE49-F238E27FC236}">
                <a16:creationId xmlns:a16="http://schemas.microsoft.com/office/drawing/2014/main" id="{0E653C05-9717-48BD-9D99-7D0754F1181C}"/>
              </a:ext>
            </a:extLst>
          </p:cNvPr>
          <p:cNvSpPr>
            <a:spLocks xmlns:a="http://schemas.openxmlformats.org/drawingml/2006/main" noGrp="1"/>
          </p:cNvSpPr>
          <p:nvPr/>
        </p:nvSpPr>
        <p:spPr>
          <a:xfrm xmlns:a="http://schemas.openxmlformats.org/drawingml/2006/main">
            <a:off x="5295900" y="2114550"/>
            <a:ext cx="876300" cy="876300"/>
          </a:xfrm>
          <a:prstGeom xmlns:a="http://schemas.openxmlformats.org/drawingml/2006/main" prst="roundRect">
            <a:avLst>
              <a:gd name="adj" fmla="val 8696"/>
            </a:avLst>
          </a:prstGeom>
          <a:solidFill xmlns:a="http://schemas.openxmlformats.org/drawingml/2006/main">
            <a:srgbClr val="3651FF"/>
          </a:solidFill>
          <a:ln xmlns:a="http://schemas.openxmlformats.org/drawingml/2006/main" w="14288">
            <a:solidFill>
              <a:srgbClr val="6679E8"/>
            </a:solidFill>
            <a:prstDash val="solid"/>
          </a:ln>
        </p:spPr>
      </p:sp>
      <p:sp>
        <p:nvSpPr>
          <p:cNvPr id="11" name="">
            <a:extLst xmlns:a="http://schemas.openxmlformats.org/drawingml/2006/main">
              <a:ext uri="{FF2B5EF4-FFF2-40B4-BE49-F238E27FC236}">
                <a16:creationId xmlns:a16="http://schemas.microsoft.com/office/drawing/2014/main" id="{204EF881-2430-46F1-9420-05E7F6D33981}"/>
              </a:ext>
            </a:extLst>
          </p:cNvPr>
          <p:cNvSpPr>
            <a:spLocks xmlns:a="http://schemas.openxmlformats.org/drawingml/2006/main" noGrp="1"/>
          </p:cNvSpPr>
          <p:nvPr/>
        </p:nvSpPr>
        <p:spPr>
          <a:xfrm xmlns:a="http://schemas.openxmlformats.org/drawingml/2006/main">
            <a:off x="5467350" y="2190750"/>
            <a:ext cx="5334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575" b="1">
                <a:solidFill>
                  <a:srgbClr val="FFFFFF"/>
                </a:solidFill>
                <a:latin typeface="Segoe UI"/>
                <a:ea typeface="Segoe UI"/>
                <a:cs typeface="Segoe UI"/>
              </a:defRPr>
            </a:defPPr>
            <a:lvl1pPr algn="ctr">
              <a:defRPr sz="1575" b="1">
                <a:solidFill>
                  <a:srgbClr val="FFFFFF"/>
                </a:solidFill>
                <a:latin typeface="Segoe UI"/>
                <a:ea typeface="Segoe UI"/>
                <a:cs typeface="Segoe UI"/>
              </a:defRPr>
            </a:lvl1pPr>
            <a:lvl2pPr algn="ctr">
              <a:defRPr sz="1575" b="1">
                <a:solidFill>
                  <a:srgbClr val="FFFFFF"/>
                </a:solidFill>
                <a:latin typeface="Segoe UI"/>
                <a:ea typeface="Segoe UI"/>
                <a:cs typeface="Segoe UI"/>
              </a:defRPr>
            </a:lvl2pPr>
            <a:lvl3pPr algn="ctr">
              <a:defRPr sz="1575" b="1">
                <a:solidFill>
                  <a:srgbClr val="FFFFFF"/>
                </a:solidFill>
                <a:latin typeface="Segoe UI"/>
                <a:ea typeface="Segoe UI"/>
                <a:cs typeface="Segoe UI"/>
              </a:defRPr>
            </a:lvl3pPr>
            <a:lvl4pPr algn="ctr">
              <a:defRPr sz="1575" b="1">
                <a:solidFill>
                  <a:srgbClr val="FFFFFF"/>
                </a:solidFill>
                <a:latin typeface="Segoe UI"/>
                <a:ea typeface="Segoe UI"/>
                <a:cs typeface="Segoe UI"/>
              </a:defRPr>
            </a:lvl4pPr>
            <a:lvl5pPr algn="ctr">
              <a:defRPr sz="1575" b="1">
                <a:solidFill>
                  <a:srgbClr val="FFFFFF"/>
                </a:solidFill>
                <a:latin typeface="Segoe UI"/>
                <a:ea typeface="Segoe UI"/>
                <a:cs typeface="Segoe UI"/>
              </a:defRPr>
            </a:lvl5pPr>
            <a:lvl6pPr algn="ctr">
              <a:defRPr sz="1575" b="1">
                <a:solidFill>
                  <a:srgbClr val="FFFFFF"/>
                </a:solidFill>
                <a:latin typeface="Segoe UI"/>
                <a:ea typeface="Segoe UI"/>
                <a:cs typeface="Segoe UI"/>
              </a:defRPr>
            </a:lvl6pPr>
            <a:lvl7pPr algn="ctr">
              <a:defRPr sz="1575" b="1">
                <a:solidFill>
                  <a:srgbClr val="FFFFFF"/>
                </a:solidFill>
                <a:latin typeface="Segoe UI"/>
                <a:ea typeface="Segoe UI"/>
                <a:cs typeface="Segoe UI"/>
              </a:defRPr>
            </a:lvl7pPr>
            <a:lvl8pPr algn="ctr">
              <a:defRPr sz="1575" b="1">
                <a:solidFill>
                  <a:srgbClr val="FFFFFF"/>
                </a:solidFill>
                <a:latin typeface="Segoe UI"/>
                <a:ea typeface="Segoe UI"/>
                <a:cs typeface="Segoe UI"/>
              </a:defRPr>
            </a:lvl8pPr>
            <a:lvl9pPr algn="ctr">
              <a:defRPr sz="1575" b="1">
                <a:solidFill>
                  <a:srgbClr val="FFFFFF"/>
                </a:solidFill>
                <a:latin typeface="Segoe UI"/>
                <a:ea typeface="Segoe UI"/>
                <a:cs typeface="Segoe UI"/>
              </a:defRPr>
            </a:lvl9pPr>
          </a:lstStyle>
          <a:p xmlns:a="http://schemas.openxmlformats.org/drawingml/2006/main">
            <a:pPr algn="ctr">
              <a:defRPr sz="1575" b="1">
                <a:solidFill>
                  <a:srgbClr val="FFFFFF"/>
                </a:solidFill>
                <a:latin typeface="Segoe UI"/>
                <a:ea typeface="Segoe UI"/>
                <a:cs typeface="Segoe UI"/>
              </a:defRPr>
            </a:pPr>
            <a:r>
              <a:rPr sz="1575" b="1">
                <a:solidFill>
                  <a:srgbClr val="FFFFFF"/>
                </a:solidFill>
                <a:latin typeface="Segoe UI"/>
                <a:ea typeface="Segoe UI"/>
                <a:cs typeface="Segoe UI"/>
              </a:rPr>
              <a:t>03</a:t>
            </a:r>
          </a:p>
        </p:txBody>
      </p:sp>
      <p:sp>
        <p:nvSpPr>
          <p:cNvPr id="12" name="">
            <a:extLst xmlns:a="http://schemas.openxmlformats.org/drawingml/2006/main">
              <a:ext uri="{FF2B5EF4-FFF2-40B4-BE49-F238E27FC236}">
                <a16:creationId xmlns:a16="http://schemas.microsoft.com/office/drawing/2014/main" id="{3EFB1304-E90F-45BA-867B-99FCC9C7A194}"/>
              </a:ext>
            </a:extLst>
          </p:cNvPr>
          <p:cNvSpPr>
            <a:spLocks xmlns:a="http://schemas.openxmlformats.org/drawingml/2006/main" noGrp="1"/>
          </p:cNvSpPr>
          <p:nvPr/>
        </p:nvSpPr>
        <p:spPr>
          <a:xfrm xmlns:a="http://schemas.openxmlformats.org/drawingml/2006/main">
            <a:off x="5295900" y="3381375"/>
            <a:ext cx="18859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a:solidFill>
                  <a:srgbClr val="FFFFFF"/>
                </a:solidFill>
                <a:latin typeface="Segoe UI"/>
                <a:ea typeface="Segoe UI"/>
                <a:cs typeface="Segoe UI"/>
              </a:defRPr>
            </a:defPPr>
            <a:lvl1pPr algn="l">
              <a:defRPr sz="1725" b="1">
                <a:solidFill>
                  <a:srgbClr val="FFFFFF"/>
                </a:solidFill>
                <a:latin typeface="Segoe UI"/>
                <a:ea typeface="Segoe UI"/>
                <a:cs typeface="Segoe UI"/>
              </a:defRPr>
            </a:lvl1pPr>
            <a:lvl2pPr algn="l">
              <a:defRPr sz="1725" b="1">
                <a:solidFill>
                  <a:srgbClr val="FFFFFF"/>
                </a:solidFill>
                <a:latin typeface="Segoe UI"/>
                <a:ea typeface="Segoe UI"/>
                <a:cs typeface="Segoe UI"/>
              </a:defRPr>
            </a:lvl2pPr>
            <a:lvl3pPr algn="l">
              <a:defRPr sz="1725" b="1">
                <a:solidFill>
                  <a:srgbClr val="FFFFFF"/>
                </a:solidFill>
                <a:latin typeface="Segoe UI"/>
                <a:ea typeface="Segoe UI"/>
                <a:cs typeface="Segoe UI"/>
              </a:defRPr>
            </a:lvl3pPr>
            <a:lvl4pPr algn="l">
              <a:defRPr sz="1725" b="1">
                <a:solidFill>
                  <a:srgbClr val="FFFFFF"/>
                </a:solidFill>
                <a:latin typeface="Segoe UI"/>
                <a:ea typeface="Segoe UI"/>
                <a:cs typeface="Segoe UI"/>
              </a:defRPr>
            </a:lvl4pPr>
            <a:lvl5pPr algn="l">
              <a:defRPr sz="1725" b="1">
                <a:solidFill>
                  <a:srgbClr val="FFFFFF"/>
                </a:solidFill>
                <a:latin typeface="Segoe UI"/>
                <a:ea typeface="Segoe UI"/>
                <a:cs typeface="Segoe UI"/>
              </a:defRPr>
            </a:lvl5pPr>
            <a:lvl6pPr algn="l">
              <a:defRPr sz="1725" b="1">
                <a:solidFill>
                  <a:srgbClr val="FFFFFF"/>
                </a:solidFill>
                <a:latin typeface="Segoe UI"/>
                <a:ea typeface="Segoe UI"/>
                <a:cs typeface="Segoe UI"/>
              </a:defRPr>
            </a:lvl6pPr>
            <a:lvl7pPr algn="l">
              <a:defRPr sz="1725" b="1">
                <a:solidFill>
                  <a:srgbClr val="FFFFFF"/>
                </a:solidFill>
                <a:latin typeface="Segoe UI"/>
                <a:ea typeface="Segoe UI"/>
                <a:cs typeface="Segoe UI"/>
              </a:defRPr>
            </a:lvl7pPr>
            <a:lvl8pPr algn="l">
              <a:defRPr sz="1725" b="1">
                <a:solidFill>
                  <a:srgbClr val="FFFFFF"/>
                </a:solidFill>
                <a:latin typeface="Segoe UI"/>
                <a:ea typeface="Segoe UI"/>
                <a:cs typeface="Segoe UI"/>
              </a:defRPr>
            </a:lvl8pPr>
            <a:lvl9pPr algn="l">
              <a:defRPr sz="1725" b="1">
                <a:solidFill>
                  <a:srgbClr val="FFFFFF"/>
                </a:solidFill>
                <a:latin typeface="Segoe UI"/>
                <a:ea typeface="Segoe UI"/>
                <a:cs typeface="Segoe UI"/>
              </a:defRPr>
            </a:lvl9pPr>
          </a:lstStyle>
          <a:p xmlns:a="http://schemas.openxmlformats.org/drawingml/2006/main">
            <a:pPr algn="l">
              <a:defRPr sz="1725" b="1">
                <a:solidFill>
                  <a:srgbClr val="FFFFFF"/>
                </a:solidFill>
                <a:latin typeface="Segoe UI"/>
                <a:ea typeface="Segoe UI"/>
                <a:cs typeface="Segoe UI"/>
              </a:defRPr>
            </a:pPr>
            <a:r>
              <a:rPr sz="1725" b="1">
                <a:solidFill>
                  <a:srgbClr val="FFFFFF"/>
                </a:solidFill>
                <a:latin typeface="Segoe UI"/>
                <a:ea typeface="Segoe UI"/>
                <a:cs typeface="Segoe UI"/>
              </a:rPr>
              <a:t>Se abre Checkout Pro</a:t>
            </a:r>
          </a:p>
          <a:p xmlns:a="http://schemas.openxmlformats.org/drawingml/2006/main">
            <a:pPr algn="l">
              <a:defRPr sz="1725" b="1">
                <a:solidFill>
                  <a:srgbClr val="FFFFFF"/>
                </a:solidFill>
                <a:latin typeface="Segoe UI"/>
                <a:ea typeface="Segoe UI"/>
                <a:cs typeface="Segoe UI"/>
              </a:defRPr>
            </a:pPr>
            <a:r>
              <a:rPr sz="1725" b="1">
                <a:solidFill>
                  <a:srgbClr val="FFFFFF"/>
                </a:solidFill>
                <a:latin typeface="Segoe UI"/>
                <a:ea typeface="Segoe UI"/>
                <a:cs typeface="Segoe UI"/>
              </a:rPr>
              <a:t>de prueba</a:t>
            </a:r>
          </a:p>
        </p:txBody>
      </p:sp>
      <p:sp>
        <p:nvSpPr>
          <p:cNvPr id="13" name="">
            <a:extLst xmlns:a="http://schemas.openxmlformats.org/drawingml/2006/main">
              <a:ext uri="{FF2B5EF4-FFF2-40B4-BE49-F238E27FC236}">
                <a16:creationId xmlns:a16="http://schemas.microsoft.com/office/drawing/2014/main" id="{E2C220B8-25F7-4907-B72E-915497F5307C}"/>
              </a:ext>
            </a:extLst>
          </p:cNvPr>
          <p:cNvSpPr>
            <a:spLocks xmlns:a="http://schemas.openxmlformats.org/drawingml/2006/main" noGrp="1"/>
          </p:cNvSpPr>
          <p:nvPr/>
        </p:nvSpPr>
        <p:spPr>
          <a:xfrm xmlns:a="http://schemas.openxmlformats.org/drawingml/2006/main">
            <a:off x="7600950" y="2114550"/>
            <a:ext cx="876300" cy="876300"/>
          </a:xfrm>
          <a:prstGeom xmlns:a="http://schemas.openxmlformats.org/drawingml/2006/main" prst="roundRect">
            <a:avLst>
              <a:gd name="adj" fmla="val 8696"/>
            </a:avLst>
          </a:prstGeom>
          <a:solidFill xmlns:a="http://schemas.openxmlformats.org/drawingml/2006/main">
            <a:srgbClr val="6A512A"/>
          </a:solidFill>
          <a:ln xmlns:a="http://schemas.openxmlformats.org/drawingml/2006/main" w="14288">
            <a:solidFill>
              <a:srgbClr val="6679E8"/>
            </a:solidFill>
            <a:prstDash val="solid"/>
          </a:ln>
        </p:spPr>
      </p:sp>
      <p:sp>
        <p:nvSpPr>
          <p:cNvPr id="14" name="">
            <a:extLst xmlns:a="http://schemas.openxmlformats.org/drawingml/2006/main">
              <a:ext uri="{FF2B5EF4-FFF2-40B4-BE49-F238E27FC236}">
                <a16:creationId xmlns:a16="http://schemas.microsoft.com/office/drawing/2014/main" id="{B35597DE-6009-4B8B-9BFE-9829F86350DD}"/>
              </a:ext>
            </a:extLst>
          </p:cNvPr>
          <p:cNvSpPr>
            <a:spLocks xmlns:a="http://schemas.openxmlformats.org/drawingml/2006/main" noGrp="1"/>
          </p:cNvSpPr>
          <p:nvPr/>
        </p:nvSpPr>
        <p:spPr>
          <a:xfrm xmlns:a="http://schemas.openxmlformats.org/drawingml/2006/main">
            <a:off x="7772400" y="2190750"/>
            <a:ext cx="5334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575" b="1">
                <a:solidFill>
                  <a:srgbClr val="FFFFFF"/>
                </a:solidFill>
                <a:latin typeface="Segoe UI"/>
                <a:ea typeface="Segoe UI"/>
                <a:cs typeface="Segoe UI"/>
              </a:defRPr>
            </a:defPPr>
            <a:lvl1pPr algn="ctr">
              <a:defRPr sz="1575" b="1">
                <a:solidFill>
                  <a:srgbClr val="FFFFFF"/>
                </a:solidFill>
                <a:latin typeface="Segoe UI"/>
                <a:ea typeface="Segoe UI"/>
                <a:cs typeface="Segoe UI"/>
              </a:defRPr>
            </a:lvl1pPr>
            <a:lvl2pPr algn="ctr">
              <a:defRPr sz="1575" b="1">
                <a:solidFill>
                  <a:srgbClr val="FFFFFF"/>
                </a:solidFill>
                <a:latin typeface="Segoe UI"/>
                <a:ea typeface="Segoe UI"/>
                <a:cs typeface="Segoe UI"/>
              </a:defRPr>
            </a:lvl2pPr>
            <a:lvl3pPr algn="ctr">
              <a:defRPr sz="1575" b="1">
                <a:solidFill>
                  <a:srgbClr val="FFFFFF"/>
                </a:solidFill>
                <a:latin typeface="Segoe UI"/>
                <a:ea typeface="Segoe UI"/>
                <a:cs typeface="Segoe UI"/>
              </a:defRPr>
            </a:lvl3pPr>
            <a:lvl4pPr algn="ctr">
              <a:defRPr sz="1575" b="1">
                <a:solidFill>
                  <a:srgbClr val="FFFFFF"/>
                </a:solidFill>
                <a:latin typeface="Segoe UI"/>
                <a:ea typeface="Segoe UI"/>
                <a:cs typeface="Segoe UI"/>
              </a:defRPr>
            </a:lvl4pPr>
            <a:lvl5pPr algn="ctr">
              <a:defRPr sz="1575" b="1">
                <a:solidFill>
                  <a:srgbClr val="FFFFFF"/>
                </a:solidFill>
                <a:latin typeface="Segoe UI"/>
                <a:ea typeface="Segoe UI"/>
                <a:cs typeface="Segoe UI"/>
              </a:defRPr>
            </a:lvl5pPr>
            <a:lvl6pPr algn="ctr">
              <a:defRPr sz="1575" b="1">
                <a:solidFill>
                  <a:srgbClr val="FFFFFF"/>
                </a:solidFill>
                <a:latin typeface="Segoe UI"/>
                <a:ea typeface="Segoe UI"/>
                <a:cs typeface="Segoe UI"/>
              </a:defRPr>
            </a:lvl6pPr>
            <a:lvl7pPr algn="ctr">
              <a:defRPr sz="1575" b="1">
                <a:solidFill>
                  <a:srgbClr val="FFFFFF"/>
                </a:solidFill>
                <a:latin typeface="Segoe UI"/>
                <a:ea typeface="Segoe UI"/>
                <a:cs typeface="Segoe UI"/>
              </a:defRPr>
            </a:lvl7pPr>
            <a:lvl8pPr algn="ctr">
              <a:defRPr sz="1575" b="1">
                <a:solidFill>
                  <a:srgbClr val="FFFFFF"/>
                </a:solidFill>
                <a:latin typeface="Segoe UI"/>
                <a:ea typeface="Segoe UI"/>
                <a:cs typeface="Segoe UI"/>
              </a:defRPr>
            </a:lvl8pPr>
            <a:lvl9pPr algn="ctr">
              <a:defRPr sz="1575" b="1">
                <a:solidFill>
                  <a:srgbClr val="FFFFFF"/>
                </a:solidFill>
                <a:latin typeface="Segoe UI"/>
                <a:ea typeface="Segoe UI"/>
                <a:cs typeface="Segoe UI"/>
              </a:defRPr>
            </a:lvl9pPr>
          </a:lstStyle>
          <a:p xmlns:a="http://schemas.openxmlformats.org/drawingml/2006/main">
            <a:pPr algn="ctr">
              <a:defRPr sz="1575" b="1">
                <a:solidFill>
                  <a:srgbClr val="FFFFFF"/>
                </a:solidFill>
                <a:latin typeface="Segoe UI"/>
                <a:ea typeface="Segoe UI"/>
                <a:cs typeface="Segoe UI"/>
              </a:defRPr>
            </a:pPr>
            <a:r>
              <a:rPr sz="1575" b="1">
                <a:solidFill>
                  <a:srgbClr val="FFFFFF"/>
                </a:solidFill>
                <a:latin typeface="Segoe UI"/>
                <a:ea typeface="Segoe UI"/>
                <a:cs typeface="Segoe UI"/>
              </a:rPr>
              <a:t>04</a:t>
            </a:r>
          </a:p>
        </p:txBody>
      </p:sp>
      <p:sp>
        <p:nvSpPr>
          <p:cNvPr id="15" name="">
            <a:extLst xmlns:a="http://schemas.openxmlformats.org/drawingml/2006/main">
              <a:ext uri="{FF2B5EF4-FFF2-40B4-BE49-F238E27FC236}">
                <a16:creationId xmlns:a16="http://schemas.microsoft.com/office/drawing/2014/main" id="{4F7585DB-A9FA-4061-A5C5-2A772BA11401}"/>
              </a:ext>
            </a:extLst>
          </p:cNvPr>
          <p:cNvSpPr>
            <a:spLocks xmlns:a="http://schemas.openxmlformats.org/drawingml/2006/main" noGrp="1"/>
          </p:cNvSpPr>
          <p:nvPr/>
        </p:nvSpPr>
        <p:spPr>
          <a:xfrm xmlns:a="http://schemas.openxmlformats.org/drawingml/2006/main">
            <a:off x="7600950" y="3381375"/>
            <a:ext cx="18859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a:solidFill>
                  <a:srgbClr val="FFFFFF"/>
                </a:solidFill>
                <a:latin typeface="Segoe UI"/>
                <a:ea typeface="Segoe UI"/>
                <a:cs typeface="Segoe UI"/>
              </a:defRPr>
            </a:defPPr>
            <a:lvl1pPr algn="l">
              <a:defRPr sz="1725" b="1">
                <a:solidFill>
                  <a:srgbClr val="FFFFFF"/>
                </a:solidFill>
                <a:latin typeface="Segoe UI"/>
                <a:ea typeface="Segoe UI"/>
                <a:cs typeface="Segoe UI"/>
              </a:defRPr>
            </a:lvl1pPr>
            <a:lvl2pPr algn="l">
              <a:defRPr sz="1725" b="1">
                <a:solidFill>
                  <a:srgbClr val="FFFFFF"/>
                </a:solidFill>
                <a:latin typeface="Segoe UI"/>
                <a:ea typeface="Segoe UI"/>
                <a:cs typeface="Segoe UI"/>
              </a:defRPr>
            </a:lvl2pPr>
            <a:lvl3pPr algn="l">
              <a:defRPr sz="1725" b="1">
                <a:solidFill>
                  <a:srgbClr val="FFFFFF"/>
                </a:solidFill>
                <a:latin typeface="Segoe UI"/>
                <a:ea typeface="Segoe UI"/>
                <a:cs typeface="Segoe UI"/>
              </a:defRPr>
            </a:lvl3pPr>
            <a:lvl4pPr algn="l">
              <a:defRPr sz="1725" b="1">
                <a:solidFill>
                  <a:srgbClr val="FFFFFF"/>
                </a:solidFill>
                <a:latin typeface="Segoe UI"/>
                <a:ea typeface="Segoe UI"/>
                <a:cs typeface="Segoe UI"/>
              </a:defRPr>
            </a:lvl4pPr>
            <a:lvl5pPr algn="l">
              <a:defRPr sz="1725" b="1">
                <a:solidFill>
                  <a:srgbClr val="FFFFFF"/>
                </a:solidFill>
                <a:latin typeface="Segoe UI"/>
                <a:ea typeface="Segoe UI"/>
                <a:cs typeface="Segoe UI"/>
              </a:defRPr>
            </a:lvl5pPr>
            <a:lvl6pPr algn="l">
              <a:defRPr sz="1725" b="1">
                <a:solidFill>
                  <a:srgbClr val="FFFFFF"/>
                </a:solidFill>
                <a:latin typeface="Segoe UI"/>
                <a:ea typeface="Segoe UI"/>
                <a:cs typeface="Segoe UI"/>
              </a:defRPr>
            </a:lvl6pPr>
            <a:lvl7pPr algn="l">
              <a:defRPr sz="1725" b="1">
                <a:solidFill>
                  <a:srgbClr val="FFFFFF"/>
                </a:solidFill>
                <a:latin typeface="Segoe UI"/>
                <a:ea typeface="Segoe UI"/>
                <a:cs typeface="Segoe UI"/>
              </a:defRPr>
            </a:lvl7pPr>
            <a:lvl8pPr algn="l">
              <a:defRPr sz="1725" b="1">
                <a:solidFill>
                  <a:srgbClr val="FFFFFF"/>
                </a:solidFill>
                <a:latin typeface="Segoe UI"/>
                <a:ea typeface="Segoe UI"/>
                <a:cs typeface="Segoe UI"/>
              </a:defRPr>
            </a:lvl8pPr>
            <a:lvl9pPr algn="l">
              <a:defRPr sz="1725" b="1">
                <a:solidFill>
                  <a:srgbClr val="FFFFFF"/>
                </a:solidFill>
                <a:latin typeface="Segoe UI"/>
                <a:ea typeface="Segoe UI"/>
                <a:cs typeface="Segoe UI"/>
              </a:defRPr>
            </a:lvl9pPr>
          </a:lstStyle>
          <a:p xmlns:a="http://schemas.openxmlformats.org/drawingml/2006/main">
            <a:pPr algn="l">
              <a:defRPr sz="1725" b="1">
                <a:solidFill>
                  <a:srgbClr val="FFFFFF"/>
                </a:solidFill>
                <a:latin typeface="Segoe UI"/>
                <a:ea typeface="Segoe UI"/>
                <a:cs typeface="Segoe UI"/>
              </a:defRPr>
            </a:pPr>
            <a:r>
              <a:rPr sz="1725" b="1">
                <a:solidFill>
                  <a:srgbClr val="FFFFFF"/>
                </a:solidFill>
                <a:latin typeface="Segoe UI"/>
                <a:ea typeface="Segoe UI"/>
                <a:cs typeface="Segoe UI"/>
              </a:rPr>
              <a:t>Webhook comprueba</a:t>
            </a:r>
          </a:p>
          <a:p xmlns:a="http://schemas.openxmlformats.org/drawingml/2006/main">
            <a:pPr algn="l">
              <a:defRPr sz="1725" b="1">
                <a:solidFill>
                  <a:srgbClr val="FFFFFF"/>
                </a:solidFill>
                <a:latin typeface="Segoe UI"/>
                <a:ea typeface="Segoe UI"/>
                <a:cs typeface="Segoe UI"/>
              </a:defRPr>
            </a:pPr>
            <a:r>
              <a:rPr sz="1725" b="1">
                <a:solidFill>
                  <a:srgbClr val="FFFFFF"/>
                </a:solidFill>
                <a:latin typeface="Segoe UI"/>
                <a:ea typeface="Segoe UI"/>
                <a:cs typeface="Segoe UI"/>
              </a:rPr>
              <a:t>el pago</a:t>
            </a:r>
          </a:p>
        </p:txBody>
      </p:sp>
      <p:sp>
        <p:nvSpPr>
          <p:cNvPr id="16" name="">
            <a:extLst xmlns:a="http://schemas.openxmlformats.org/drawingml/2006/main">
              <a:ext uri="{FF2B5EF4-FFF2-40B4-BE49-F238E27FC236}">
                <a16:creationId xmlns:a16="http://schemas.microsoft.com/office/drawing/2014/main" id="{BC2F552B-9DA3-4D2F-B40D-9E92F713CE44}"/>
              </a:ext>
            </a:extLst>
          </p:cNvPr>
          <p:cNvSpPr>
            <a:spLocks xmlns:a="http://schemas.openxmlformats.org/drawingml/2006/main" noGrp="1"/>
          </p:cNvSpPr>
          <p:nvPr/>
        </p:nvSpPr>
        <p:spPr>
          <a:xfrm xmlns:a="http://schemas.openxmlformats.org/drawingml/2006/main">
            <a:off x="9906000" y="2114550"/>
            <a:ext cx="876300" cy="876300"/>
          </a:xfrm>
          <a:prstGeom xmlns:a="http://schemas.openxmlformats.org/drawingml/2006/main" prst="roundRect">
            <a:avLst>
              <a:gd name="adj" fmla="val 8696"/>
            </a:avLst>
          </a:prstGeom>
          <a:solidFill xmlns:a="http://schemas.openxmlformats.org/drawingml/2006/main">
            <a:srgbClr val="3651FF"/>
          </a:solidFill>
          <a:ln xmlns:a="http://schemas.openxmlformats.org/drawingml/2006/main" w="14288">
            <a:solidFill>
              <a:srgbClr val="6679E8"/>
            </a:solidFill>
            <a:prstDash val="solid"/>
          </a:ln>
        </p:spPr>
      </p:sp>
      <p:sp>
        <p:nvSpPr>
          <p:cNvPr id="17" name="">
            <a:extLst xmlns:a="http://schemas.openxmlformats.org/drawingml/2006/main">
              <a:ext uri="{FF2B5EF4-FFF2-40B4-BE49-F238E27FC236}">
                <a16:creationId xmlns:a16="http://schemas.microsoft.com/office/drawing/2014/main" id="{0F343D85-2E6E-428C-928F-6D4DC134E33F}"/>
              </a:ext>
            </a:extLst>
          </p:cNvPr>
          <p:cNvSpPr>
            <a:spLocks xmlns:a="http://schemas.openxmlformats.org/drawingml/2006/main" noGrp="1"/>
          </p:cNvSpPr>
          <p:nvPr/>
        </p:nvSpPr>
        <p:spPr>
          <a:xfrm xmlns:a="http://schemas.openxmlformats.org/drawingml/2006/main">
            <a:off x="10077450" y="2190750"/>
            <a:ext cx="5334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575" b="1">
                <a:solidFill>
                  <a:srgbClr val="FFFFFF"/>
                </a:solidFill>
                <a:latin typeface="Segoe UI"/>
                <a:ea typeface="Segoe UI"/>
                <a:cs typeface="Segoe UI"/>
              </a:defRPr>
            </a:defPPr>
            <a:lvl1pPr algn="ctr">
              <a:defRPr sz="1575" b="1">
                <a:solidFill>
                  <a:srgbClr val="FFFFFF"/>
                </a:solidFill>
                <a:latin typeface="Segoe UI"/>
                <a:ea typeface="Segoe UI"/>
                <a:cs typeface="Segoe UI"/>
              </a:defRPr>
            </a:lvl1pPr>
            <a:lvl2pPr algn="ctr">
              <a:defRPr sz="1575" b="1">
                <a:solidFill>
                  <a:srgbClr val="FFFFFF"/>
                </a:solidFill>
                <a:latin typeface="Segoe UI"/>
                <a:ea typeface="Segoe UI"/>
                <a:cs typeface="Segoe UI"/>
              </a:defRPr>
            </a:lvl2pPr>
            <a:lvl3pPr algn="ctr">
              <a:defRPr sz="1575" b="1">
                <a:solidFill>
                  <a:srgbClr val="FFFFFF"/>
                </a:solidFill>
                <a:latin typeface="Segoe UI"/>
                <a:ea typeface="Segoe UI"/>
                <a:cs typeface="Segoe UI"/>
              </a:defRPr>
            </a:lvl3pPr>
            <a:lvl4pPr algn="ctr">
              <a:defRPr sz="1575" b="1">
                <a:solidFill>
                  <a:srgbClr val="FFFFFF"/>
                </a:solidFill>
                <a:latin typeface="Segoe UI"/>
                <a:ea typeface="Segoe UI"/>
                <a:cs typeface="Segoe UI"/>
              </a:defRPr>
            </a:lvl4pPr>
            <a:lvl5pPr algn="ctr">
              <a:defRPr sz="1575" b="1">
                <a:solidFill>
                  <a:srgbClr val="FFFFFF"/>
                </a:solidFill>
                <a:latin typeface="Segoe UI"/>
                <a:ea typeface="Segoe UI"/>
                <a:cs typeface="Segoe UI"/>
              </a:defRPr>
            </a:lvl5pPr>
            <a:lvl6pPr algn="ctr">
              <a:defRPr sz="1575" b="1">
                <a:solidFill>
                  <a:srgbClr val="FFFFFF"/>
                </a:solidFill>
                <a:latin typeface="Segoe UI"/>
                <a:ea typeface="Segoe UI"/>
                <a:cs typeface="Segoe UI"/>
              </a:defRPr>
            </a:lvl6pPr>
            <a:lvl7pPr algn="ctr">
              <a:defRPr sz="1575" b="1">
                <a:solidFill>
                  <a:srgbClr val="FFFFFF"/>
                </a:solidFill>
                <a:latin typeface="Segoe UI"/>
                <a:ea typeface="Segoe UI"/>
                <a:cs typeface="Segoe UI"/>
              </a:defRPr>
            </a:lvl7pPr>
            <a:lvl8pPr algn="ctr">
              <a:defRPr sz="1575" b="1">
                <a:solidFill>
                  <a:srgbClr val="FFFFFF"/>
                </a:solidFill>
                <a:latin typeface="Segoe UI"/>
                <a:ea typeface="Segoe UI"/>
                <a:cs typeface="Segoe UI"/>
              </a:defRPr>
            </a:lvl8pPr>
            <a:lvl9pPr algn="ctr">
              <a:defRPr sz="1575" b="1">
                <a:solidFill>
                  <a:srgbClr val="FFFFFF"/>
                </a:solidFill>
                <a:latin typeface="Segoe UI"/>
                <a:ea typeface="Segoe UI"/>
                <a:cs typeface="Segoe UI"/>
              </a:defRPr>
            </a:lvl9pPr>
          </a:lstStyle>
          <a:p xmlns:a="http://schemas.openxmlformats.org/drawingml/2006/main">
            <a:pPr algn="ctr">
              <a:defRPr sz="1575" b="1">
                <a:solidFill>
                  <a:srgbClr val="FFFFFF"/>
                </a:solidFill>
                <a:latin typeface="Segoe UI"/>
                <a:ea typeface="Segoe UI"/>
                <a:cs typeface="Segoe UI"/>
              </a:defRPr>
            </a:pPr>
            <a:r>
              <a:rPr sz="1575" b="1">
                <a:solidFill>
                  <a:srgbClr val="FFFFFF"/>
                </a:solidFill>
                <a:latin typeface="Segoe UI"/>
                <a:ea typeface="Segoe UI"/>
                <a:cs typeface="Segoe UI"/>
              </a:rPr>
              <a:t>05</a:t>
            </a:r>
          </a:p>
        </p:txBody>
      </p:sp>
      <p:sp>
        <p:nvSpPr>
          <p:cNvPr id="18" name="">
            <a:extLst xmlns:a="http://schemas.openxmlformats.org/drawingml/2006/main">
              <a:ext uri="{FF2B5EF4-FFF2-40B4-BE49-F238E27FC236}">
                <a16:creationId xmlns:a16="http://schemas.microsoft.com/office/drawing/2014/main" id="{953F2F2D-7CF0-4658-B91B-A3B30C824848}"/>
              </a:ext>
            </a:extLst>
          </p:cNvPr>
          <p:cNvSpPr>
            <a:spLocks xmlns:a="http://schemas.openxmlformats.org/drawingml/2006/main" noGrp="1"/>
          </p:cNvSpPr>
          <p:nvPr/>
        </p:nvSpPr>
        <p:spPr>
          <a:xfrm xmlns:a="http://schemas.openxmlformats.org/drawingml/2006/main">
            <a:off x="9906000" y="3381375"/>
            <a:ext cx="18859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a:solidFill>
                  <a:srgbClr val="FFFFFF"/>
                </a:solidFill>
                <a:latin typeface="Segoe UI"/>
                <a:ea typeface="Segoe UI"/>
                <a:cs typeface="Segoe UI"/>
              </a:defRPr>
            </a:defPPr>
            <a:lvl1pPr algn="l">
              <a:defRPr sz="1725" b="1">
                <a:solidFill>
                  <a:srgbClr val="FFFFFF"/>
                </a:solidFill>
                <a:latin typeface="Segoe UI"/>
                <a:ea typeface="Segoe UI"/>
                <a:cs typeface="Segoe UI"/>
              </a:defRPr>
            </a:lvl1pPr>
            <a:lvl2pPr algn="l">
              <a:defRPr sz="1725" b="1">
                <a:solidFill>
                  <a:srgbClr val="FFFFFF"/>
                </a:solidFill>
                <a:latin typeface="Segoe UI"/>
                <a:ea typeface="Segoe UI"/>
                <a:cs typeface="Segoe UI"/>
              </a:defRPr>
            </a:lvl2pPr>
            <a:lvl3pPr algn="l">
              <a:defRPr sz="1725" b="1">
                <a:solidFill>
                  <a:srgbClr val="FFFFFF"/>
                </a:solidFill>
                <a:latin typeface="Segoe UI"/>
                <a:ea typeface="Segoe UI"/>
                <a:cs typeface="Segoe UI"/>
              </a:defRPr>
            </a:lvl3pPr>
            <a:lvl4pPr algn="l">
              <a:defRPr sz="1725" b="1">
                <a:solidFill>
                  <a:srgbClr val="FFFFFF"/>
                </a:solidFill>
                <a:latin typeface="Segoe UI"/>
                <a:ea typeface="Segoe UI"/>
                <a:cs typeface="Segoe UI"/>
              </a:defRPr>
            </a:lvl4pPr>
            <a:lvl5pPr algn="l">
              <a:defRPr sz="1725" b="1">
                <a:solidFill>
                  <a:srgbClr val="FFFFFF"/>
                </a:solidFill>
                <a:latin typeface="Segoe UI"/>
                <a:ea typeface="Segoe UI"/>
                <a:cs typeface="Segoe UI"/>
              </a:defRPr>
            </a:lvl5pPr>
            <a:lvl6pPr algn="l">
              <a:defRPr sz="1725" b="1">
                <a:solidFill>
                  <a:srgbClr val="FFFFFF"/>
                </a:solidFill>
                <a:latin typeface="Segoe UI"/>
                <a:ea typeface="Segoe UI"/>
                <a:cs typeface="Segoe UI"/>
              </a:defRPr>
            </a:lvl6pPr>
            <a:lvl7pPr algn="l">
              <a:defRPr sz="1725" b="1">
                <a:solidFill>
                  <a:srgbClr val="FFFFFF"/>
                </a:solidFill>
                <a:latin typeface="Segoe UI"/>
                <a:ea typeface="Segoe UI"/>
                <a:cs typeface="Segoe UI"/>
              </a:defRPr>
            </a:lvl7pPr>
            <a:lvl8pPr algn="l">
              <a:defRPr sz="1725" b="1">
                <a:solidFill>
                  <a:srgbClr val="FFFFFF"/>
                </a:solidFill>
                <a:latin typeface="Segoe UI"/>
                <a:ea typeface="Segoe UI"/>
                <a:cs typeface="Segoe UI"/>
              </a:defRPr>
            </a:lvl8pPr>
            <a:lvl9pPr algn="l">
              <a:defRPr sz="1725" b="1">
                <a:solidFill>
                  <a:srgbClr val="FFFFFF"/>
                </a:solidFill>
                <a:latin typeface="Segoe UI"/>
                <a:ea typeface="Segoe UI"/>
                <a:cs typeface="Segoe UI"/>
              </a:defRPr>
            </a:lvl9pPr>
          </a:lstStyle>
          <a:p xmlns:a="http://schemas.openxmlformats.org/drawingml/2006/main">
            <a:pPr algn="l">
              <a:defRPr sz="1725" b="1">
                <a:solidFill>
                  <a:srgbClr val="FFFFFF"/>
                </a:solidFill>
                <a:latin typeface="Segoe UI"/>
                <a:ea typeface="Segoe UI"/>
                <a:cs typeface="Segoe UI"/>
              </a:defRPr>
            </a:pPr>
            <a:r>
              <a:rPr sz="1725" b="1">
                <a:solidFill>
                  <a:srgbClr val="FFFFFF"/>
                </a:solidFill>
                <a:latin typeface="Segoe UI"/>
                <a:ea typeface="Segoe UI"/>
                <a:cs typeface="Segoe UI"/>
              </a:rPr>
              <a:t>DJ recibe y decide</a:t>
            </a:r>
          </a:p>
          <a:p xmlns:a="http://schemas.openxmlformats.org/drawingml/2006/main">
            <a:pPr algn="l">
              <a:defRPr sz="1725" b="1">
                <a:solidFill>
                  <a:srgbClr val="FFFFFF"/>
                </a:solidFill>
                <a:latin typeface="Segoe UI"/>
                <a:ea typeface="Segoe UI"/>
                <a:cs typeface="Segoe UI"/>
              </a:defRPr>
            </a:pPr>
            <a:r>
              <a:rPr sz="1725" b="1">
                <a:solidFill>
                  <a:srgbClr val="FFFFFF"/>
                </a:solidFill>
                <a:latin typeface="Segoe UI"/>
                <a:ea typeface="Segoe UI"/>
                <a:cs typeface="Segoe UI"/>
              </a:rPr>
              <a:t>la solicitud</a:t>
            </a:r>
          </a:p>
        </p:txBody>
      </p:sp>
      <p:sp>
        <p:nvSpPr>
          <p:cNvPr id="23" name="">
            <a:extLst xmlns:a="http://schemas.openxmlformats.org/drawingml/2006/main">
              <a:ext uri="{FF2B5EF4-FFF2-40B4-BE49-F238E27FC236}">
                <a16:creationId xmlns:a16="http://schemas.microsoft.com/office/drawing/2014/main" id="{28CD1FE8-2CA1-42E5-BC9C-0BE7C9414C4E}"/>
              </a:ext>
            </a:extLst>
          </p:cNvPr>
          <p:cNvSpPr>
            <a:spLocks xmlns:a="http://schemas.openxmlformats.org/drawingml/2006/main" noGrp="1"/>
          </p:cNvSpPr>
          <p:nvPr/>
        </p:nvSpPr>
        <p:spPr>
          <a:xfrm xmlns:a="http://schemas.openxmlformats.org/drawingml/2006/main">
            <a:off x="733425" y="4981575"/>
            <a:ext cx="10658475" cy="0"/>
          </a:xfrm>
          <a:prstGeom xmlns:a="http://schemas.openxmlformats.org/drawingml/2006/main" prst="line">
            <a:avLst/>
          </a:prstGeom>
          <a:noFill xmlns:a="http://schemas.openxmlformats.org/drawingml/2006/main"/>
          <a:ln xmlns:a="http://schemas.openxmlformats.org/drawingml/2006/main" w="11430">
            <a:solidFill>
              <a:srgbClr val="33406C"/>
            </a:solidFill>
            <a:prstDash val="solid"/>
          </a:ln>
        </p:spPr>
      </p:sp>
      <p:sp>
        <p:nvSpPr>
          <p:cNvPr id="24" name="">
            <a:extLst xmlns:a="http://schemas.openxmlformats.org/drawingml/2006/main">
              <a:ext uri="{FF2B5EF4-FFF2-40B4-BE49-F238E27FC236}">
                <a16:creationId xmlns:a16="http://schemas.microsoft.com/office/drawing/2014/main" id="{C3F5EC94-D0F1-47A4-A6A9-8309F9A7C17C}"/>
              </a:ext>
            </a:extLst>
          </p:cNvPr>
          <p:cNvSpPr>
            <a:spLocks xmlns:a="http://schemas.openxmlformats.org/drawingml/2006/main" noGrp="1"/>
          </p:cNvSpPr>
          <p:nvPr/>
        </p:nvSpPr>
        <p:spPr>
          <a:xfrm xmlns:a="http://schemas.openxmlformats.org/drawingml/2006/main">
            <a:off x="733425" y="5219700"/>
            <a:ext cx="857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1">
                <a:solidFill>
                  <a:srgbClr val="70E8FF"/>
                </a:solidFill>
                <a:latin typeface="Segoe UI"/>
                <a:ea typeface="Segoe UI"/>
                <a:cs typeface="Segoe UI"/>
              </a:defRPr>
            </a:defPPr>
            <a:lvl1pPr algn="l">
              <a:defRPr sz="1500" b="1">
                <a:solidFill>
                  <a:srgbClr val="70E8FF"/>
                </a:solidFill>
                <a:latin typeface="Segoe UI"/>
                <a:ea typeface="Segoe UI"/>
                <a:cs typeface="Segoe UI"/>
              </a:defRPr>
            </a:lvl1pPr>
            <a:lvl2pPr algn="l">
              <a:defRPr sz="1500" b="1">
                <a:solidFill>
                  <a:srgbClr val="70E8FF"/>
                </a:solidFill>
                <a:latin typeface="Segoe UI"/>
                <a:ea typeface="Segoe UI"/>
                <a:cs typeface="Segoe UI"/>
              </a:defRPr>
            </a:lvl2pPr>
            <a:lvl3pPr algn="l">
              <a:defRPr sz="1500" b="1">
                <a:solidFill>
                  <a:srgbClr val="70E8FF"/>
                </a:solidFill>
                <a:latin typeface="Segoe UI"/>
                <a:ea typeface="Segoe UI"/>
                <a:cs typeface="Segoe UI"/>
              </a:defRPr>
            </a:lvl3pPr>
            <a:lvl4pPr algn="l">
              <a:defRPr sz="1500" b="1">
                <a:solidFill>
                  <a:srgbClr val="70E8FF"/>
                </a:solidFill>
                <a:latin typeface="Segoe UI"/>
                <a:ea typeface="Segoe UI"/>
                <a:cs typeface="Segoe UI"/>
              </a:defRPr>
            </a:lvl4pPr>
            <a:lvl5pPr algn="l">
              <a:defRPr sz="1500" b="1">
                <a:solidFill>
                  <a:srgbClr val="70E8FF"/>
                </a:solidFill>
                <a:latin typeface="Segoe UI"/>
                <a:ea typeface="Segoe UI"/>
                <a:cs typeface="Segoe UI"/>
              </a:defRPr>
            </a:lvl5pPr>
            <a:lvl6pPr algn="l">
              <a:defRPr sz="1500" b="1">
                <a:solidFill>
                  <a:srgbClr val="70E8FF"/>
                </a:solidFill>
                <a:latin typeface="Segoe UI"/>
                <a:ea typeface="Segoe UI"/>
                <a:cs typeface="Segoe UI"/>
              </a:defRPr>
            </a:lvl6pPr>
            <a:lvl7pPr algn="l">
              <a:defRPr sz="1500" b="1">
                <a:solidFill>
                  <a:srgbClr val="70E8FF"/>
                </a:solidFill>
                <a:latin typeface="Segoe UI"/>
                <a:ea typeface="Segoe UI"/>
                <a:cs typeface="Segoe UI"/>
              </a:defRPr>
            </a:lvl7pPr>
            <a:lvl8pPr algn="l">
              <a:defRPr sz="1500" b="1">
                <a:solidFill>
                  <a:srgbClr val="70E8FF"/>
                </a:solidFill>
                <a:latin typeface="Segoe UI"/>
                <a:ea typeface="Segoe UI"/>
                <a:cs typeface="Segoe UI"/>
              </a:defRPr>
            </a:lvl8pPr>
            <a:lvl9pPr algn="l">
              <a:defRPr sz="1500" b="1">
                <a:solidFill>
                  <a:srgbClr val="70E8FF"/>
                </a:solidFill>
                <a:latin typeface="Segoe UI"/>
                <a:ea typeface="Segoe UI"/>
                <a:cs typeface="Segoe UI"/>
              </a:defRPr>
            </a:lvl9pPr>
          </a:lstStyle>
          <a:p xmlns:a="http://schemas.openxmlformats.org/drawingml/2006/main">
            <a:pPr algn="l">
              <a:defRPr sz="1500" b="1">
                <a:solidFill>
                  <a:srgbClr val="70E8FF"/>
                </a:solidFill>
                <a:latin typeface="Segoe UI"/>
                <a:ea typeface="Segoe UI"/>
                <a:cs typeface="Segoe UI"/>
              </a:defRPr>
            </a:pPr>
            <a:r>
              <a:rPr sz="1500" b="1">
                <a:solidFill>
                  <a:srgbClr val="70E8FF"/>
                </a:solidFill>
                <a:latin typeface="Segoe UI"/>
                <a:ea typeface="Segoe UI"/>
                <a:cs typeface="Segoe UI"/>
              </a:rPr>
              <a:t>Hoy:</a:t>
            </a:r>
          </a:p>
        </p:txBody>
      </p:sp>
      <p:sp>
        <p:nvSpPr>
          <p:cNvPr id="25" name="">
            <a:extLst xmlns:a="http://schemas.openxmlformats.org/drawingml/2006/main">
              <a:ext uri="{FF2B5EF4-FFF2-40B4-BE49-F238E27FC236}">
                <a16:creationId xmlns:a16="http://schemas.microsoft.com/office/drawing/2014/main" id="{D6FC4EC6-2EB7-46A8-8BD7-80B3895D122E}"/>
              </a:ext>
            </a:extLst>
          </p:cNvPr>
          <p:cNvSpPr>
            <a:spLocks xmlns:a="http://schemas.openxmlformats.org/drawingml/2006/main" noGrp="1"/>
          </p:cNvSpPr>
          <p:nvPr/>
        </p:nvSpPr>
        <p:spPr>
          <a:xfrm xmlns:a="http://schemas.openxmlformats.org/drawingml/2006/main">
            <a:off x="1571625" y="5219700"/>
            <a:ext cx="979170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a:solidFill>
                  <a:srgbClr val="B5C3FF"/>
                </a:solidFill>
                <a:latin typeface="Segoe UI"/>
                <a:ea typeface="Segoe UI"/>
                <a:cs typeface="Segoe UI"/>
              </a:defRPr>
            </a:defPPr>
            <a:lvl1pPr algn="l">
              <a:defRPr sz="1575" b="0">
                <a:solidFill>
                  <a:srgbClr val="B5C3FF"/>
                </a:solidFill>
                <a:latin typeface="Segoe UI"/>
                <a:ea typeface="Segoe UI"/>
                <a:cs typeface="Segoe UI"/>
              </a:defRPr>
            </a:lvl1pPr>
            <a:lvl2pPr algn="l">
              <a:defRPr sz="1575" b="0">
                <a:solidFill>
                  <a:srgbClr val="B5C3FF"/>
                </a:solidFill>
                <a:latin typeface="Segoe UI"/>
                <a:ea typeface="Segoe UI"/>
                <a:cs typeface="Segoe UI"/>
              </a:defRPr>
            </a:lvl2pPr>
            <a:lvl3pPr algn="l">
              <a:defRPr sz="1575" b="0">
                <a:solidFill>
                  <a:srgbClr val="B5C3FF"/>
                </a:solidFill>
                <a:latin typeface="Segoe UI"/>
                <a:ea typeface="Segoe UI"/>
                <a:cs typeface="Segoe UI"/>
              </a:defRPr>
            </a:lvl3pPr>
            <a:lvl4pPr algn="l">
              <a:defRPr sz="1575" b="0">
                <a:solidFill>
                  <a:srgbClr val="B5C3FF"/>
                </a:solidFill>
                <a:latin typeface="Segoe UI"/>
                <a:ea typeface="Segoe UI"/>
                <a:cs typeface="Segoe UI"/>
              </a:defRPr>
            </a:lvl4pPr>
            <a:lvl5pPr algn="l">
              <a:defRPr sz="1575" b="0">
                <a:solidFill>
                  <a:srgbClr val="B5C3FF"/>
                </a:solidFill>
                <a:latin typeface="Segoe UI"/>
                <a:ea typeface="Segoe UI"/>
                <a:cs typeface="Segoe UI"/>
              </a:defRPr>
            </a:lvl5pPr>
            <a:lvl6pPr algn="l">
              <a:defRPr sz="1575" b="0">
                <a:solidFill>
                  <a:srgbClr val="B5C3FF"/>
                </a:solidFill>
                <a:latin typeface="Segoe UI"/>
                <a:ea typeface="Segoe UI"/>
                <a:cs typeface="Segoe UI"/>
              </a:defRPr>
            </a:lvl6pPr>
            <a:lvl7pPr algn="l">
              <a:defRPr sz="1575" b="0">
                <a:solidFill>
                  <a:srgbClr val="B5C3FF"/>
                </a:solidFill>
                <a:latin typeface="Segoe UI"/>
                <a:ea typeface="Segoe UI"/>
                <a:cs typeface="Segoe UI"/>
              </a:defRPr>
            </a:lvl7pPr>
            <a:lvl8pPr algn="l">
              <a:defRPr sz="1575" b="0">
                <a:solidFill>
                  <a:srgbClr val="B5C3FF"/>
                </a:solidFill>
                <a:latin typeface="Segoe UI"/>
                <a:ea typeface="Segoe UI"/>
                <a:cs typeface="Segoe UI"/>
              </a:defRPr>
            </a:lvl8pPr>
            <a:lvl9pPr algn="l">
              <a:defRPr sz="1575" b="0">
                <a:solidFill>
                  <a:srgbClr val="B5C3FF"/>
                </a:solidFill>
                <a:latin typeface="Segoe UI"/>
                <a:ea typeface="Segoe UI"/>
                <a:cs typeface="Segoe UI"/>
              </a:defRPr>
            </a:lvl9pPr>
          </a:lstStyle>
          <a:p xmlns:a="http://schemas.openxmlformats.org/drawingml/2006/main">
            <a:pPr algn="l">
              <a:defRPr sz="1575" b="0">
                <a:solidFill>
                  <a:srgbClr val="B5C3FF"/>
                </a:solidFill>
                <a:latin typeface="Segoe UI"/>
                <a:ea typeface="Segoe UI"/>
                <a:cs typeface="Segoe UI"/>
              </a:defRPr>
            </a:pPr>
            <a:r>
              <a:rPr sz="1575" b="0">
                <a:solidFill>
                  <a:srgbClr val="B5C3FF"/>
                </a:solidFill>
                <a:latin typeface="Segoe UI"/>
                <a:ea typeface="Segoe UI"/>
                <a:cs typeface="Segoe UI"/>
              </a:rPr>
              <a:t>la app y el backend están construidos. La compra completa en Sandbox sigue en validación.</a:t>
            </a:r>
          </a:p>
        </p:txBody>
      </p:sp>
    </p:spTree>
    <p:extLst>
      <p:ext uri="{BB962C8B-B14F-4D97-AF65-F5344CB8AC3E}">
        <p14:creationId xmlns:p14="http://schemas.microsoft.com/office/powerpoint/2010/main" val="870636214"/>
      </p:ext>
    </p:extLst>
  </p:cSld>
</p:sld>
</file>

<file path=ppt/slides/slide7.xml><?xml version="1.0" encoding="utf-8"?>
<p:sld xmlns:p="http://schemas.openxmlformats.org/presentationml/2006/main">
  <p:cSld>
    <p:bg>
      <p:bgPr>
        <a:solidFill xmlns:a="http://schemas.openxmlformats.org/drawingml/2006/main">
          <a:srgbClr val="05060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3841F708-363C-46AE-B909-148AF1EF14A3}"/>
              </a:ext>
            </a:extLst>
          </p:cNvPr>
          <p:cNvPicPr>
            <a:picLocks xmlns:a="http://schemas.openxmlformats.org/drawingml/2006/main" noChangeAspect="1"/>
          </p:cNvPicPr>
          <p:nvPr/>
        </p:nvPicPr>
        <p:blipFill>
          <a:blip xmlns:r="http://schemas.openxmlformats.org/officeDocument/2006/relationships" xmlns:a="http://schemas.openxmlformats.org/drawingml/2006/main" r:embed="R2db8bc6237ee4a2c"/>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70EEDFC-22A1-47A3-A29F-DE7FBF1489D3}"/>
              </a:ext>
            </a:extLst>
          </p:cNvPr>
          <p:cNvSpPr>
            <a:spLocks xmlns:a="http://schemas.openxmlformats.org/drawingml/2006/main" noGrp="1"/>
          </p:cNvSpPr>
          <p:nvPr/>
        </p:nvSpPr>
        <p:spPr>
          <a:xfrm xmlns:a="http://schemas.openxmlformats.org/drawingml/2006/main">
            <a:off x="685800" y="600075"/>
            <a:ext cx="61912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325" b="1">
                <a:solidFill>
                  <a:srgbClr val="70E8FF"/>
                </a:solidFill>
                <a:latin typeface="Segoe UI"/>
                <a:ea typeface="Segoe UI"/>
                <a:cs typeface="Segoe UI"/>
              </a:defRPr>
            </a:defPPr>
            <a:lvl1pPr algn="l">
              <a:defRPr sz="2325" b="1">
                <a:solidFill>
                  <a:srgbClr val="70E8FF"/>
                </a:solidFill>
                <a:latin typeface="Segoe UI"/>
                <a:ea typeface="Segoe UI"/>
                <a:cs typeface="Segoe UI"/>
              </a:defRPr>
            </a:lvl1pPr>
            <a:lvl2pPr algn="l">
              <a:defRPr sz="2325" b="1">
                <a:solidFill>
                  <a:srgbClr val="70E8FF"/>
                </a:solidFill>
                <a:latin typeface="Segoe UI"/>
                <a:ea typeface="Segoe UI"/>
                <a:cs typeface="Segoe UI"/>
              </a:defRPr>
            </a:lvl2pPr>
            <a:lvl3pPr algn="l">
              <a:defRPr sz="2325" b="1">
                <a:solidFill>
                  <a:srgbClr val="70E8FF"/>
                </a:solidFill>
                <a:latin typeface="Segoe UI"/>
                <a:ea typeface="Segoe UI"/>
                <a:cs typeface="Segoe UI"/>
              </a:defRPr>
            </a:lvl3pPr>
            <a:lvl4pPr algn="l">
              <a:defRPr sz="2325" b="1">
                <a:solidFill>
                  <a:srgbClr val="70E8FF"/>
                </a:solidFill>
                <a:latin typeface="Segoe UI"/>
                <a:ea typeface="Segoe UI"/>
                <a:cs typeface="Segoe UI"/>
              </a:defRPr>
            </a:lvl4pPr>
            <a:lvl5pPr algn="l">
              <a:defRPr sz="2325" b="1">
                <a:solidFill>
                  <a:srgbClr val="70E8FF"/>
                </a:solidFill>
                <a:latin typeface="Segoe UI"/>
                <a:ea typeface="Segoe UI"/>
                <a:cs typeface="Segoe UI"/>
              </a:defRPr>
            </a:lvl5pPr>
            <a:lvl6pPr algn="l">
              <a:defRPr sz="2325" b="1">
                <a:solidFill>
                  <a:srgbClr val="70E8FF"/>
                </a:solidFill>
                <a:latin typeface="Segoe UI"/>
                <a:ea typeface="Segoe UI"/>
                <a:cs typeface="Segoe UI"/>
              </a:defRPr>
            </a:lvl6pPr>
            <a:lvl7pPr algn="l">
              <a:defRPr sz="2325" b="1">
                <a:solidFill>
                  <a:srgbClr val="70E8FF"/>
                </a:solidFill>
                <a:latin typeface="Segoe UI"/>
                <a:ea typeface="Segoe UI"/>
                <a:cs typeface="Segoe UI"/>
              </a:defRPr>
            </a:lvl7pPr>
            <a:lvl8pPr algn="l">
              <a:defRPr sz="2325" b="1">
                <a:solidFill>
                  <a:srgbClr val="70E8FF"/>
                </a:solidFill>
                <a:latin typeface="Segoe UI"/>
                <a:ea typeface="Segoe UI"/>
                <a:cs typeface="Segoe UI"/>
              </a:defRPr>
            </a:lvl8pPr>
            <a:lvl9pPr algn="l">
              <a:defRPr sz="2325" b="1">
                <a:solidFill>
                  <a:srgbClr val="70E8FF"/>
                </a:solidFill>
                <a:latin typeface="Segoe UI"/>
                <a:ea typeface="Segoe UI"/>
                <a:cs typeface="Segoe UI"/>
              </a:defRPr>
            </a:lvl9pPr>
          </a:lstStyle>
          <a:p xmlns:a="http://schemas.openxmlformats.org/drawingml/2006/main">
            <a:pPr algn="l">
              <a:defRPr sz="2325" b="1">
                <a:solidFill>
                  <a:srgbClr val="70E8FF"/>
                </a:solidFill>
                <a:latin typeface="Segoe UI"/>
                <a:ea typeface="Segoe UI"/>
                <a:cs typeface="Segoe UI"/>
              </a:defRPr>
            </a:pPr>
            <a:r>
              <a:rPr sz="2325" b="1">
                <a:solidFill>
                  <a:srgbClr val="70E8FF"/>
                </a:solidFill>
                <a:latin typeface="Segoe UI"/>
                <a:ea typeface="Segoe UI"/>
                <a:cs typeface="Segoe UI"/>
              </a:rPr>
              <a:t>BUDSOUND EN VIVO</a:t>
            </a:r>
          </a:p>
        </p:txBody>
      </p:sp>
      <p:sp>
        <p:nvSpPr>
          <p:cNvPr id="3" name="">
            <a:extLst xmlns:a="http://schemas.openxmlformats.org/drawingml/2006/main">
              <a:ext uri="{FF2B5EF4-FFF2-40B4-BE49-F238E27FC236}">
                <a16:creationId xmlns:a16="http://schemas.microsoft.com/office/drawing/2014/main" id="{24BA1215-CED9-4CB7-BCF3-CB7F1B026A2B}"/>
              </a:ext>
            </a:extLst>
          </p:cNvPr>
          <p:cNvSpPr>
            <a:spLocks xmlns:a="http://schemas.openxmlformats.org/drawingml/2006/main" noGrp="1"/>
          </p:cNvSpPr>
          <p:nvPr/>
        </p:nvSpPr>
        <p:spPr>
          <a:xfrm xmlns:a="http://schemas.openxmlformats.org/drawingml/2006/main">
            <a:off x="666750" y="1628775"/>
            <a:ext cx="6000750" cy="1504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4275" b="1">
                <a:solidFill>
                  <a:srgbClr val="FFFFFF"/>
                </a:solidFill>
                <a:latin typeface="Segoe UI"/>
                <a:ea typeface="Segoe UI"/>
                <a:cs typeface="Segoe UI"/>
              </a:defRPr>
            </a:defPPr>
            <a:lvl1pPr algn="l">
              <a:defRPr sz="4275" b="1">
                <a:solidFill>
                  <a:srgbClr val="FFFFFF"/>
                </a:solidFill>
                <a:latin typeface="Segoe UI"/>
                <a:ea typeface="Segoe UI"/>
                <a:cs typeface="Segoe UI"/>
              </a:defRPr>
            </a:lvl1pPr>
            <a:lvl2pPr algn="l">
              <a:defRPr sz="4275" b="1">
                <a:solidFill>
                  <a:srgbClr val="FFFFFF"/>
                </a:solidFill>
                <a:latin typeface="Segoe UI"/>
                <a:ea typeface="Segoe UI"/>
                <a:cs typeface="Segoe UI"/>
              </a:defRPr>
            </a:lvl2pPr>
            <a:lvl3pPr algn="l">
              <a:defRPr sz="4275" b="1">
                <a:solidFill>
                  <a:srgbClr val="FFFFFF"/>
                </a:solidFill>
                <a:latin typeface="Segoe UI"/>
                <a:ea typeface="Segoe UI"/>
                <a:cs typeface="Segoe UI"/>
              </a:defRPr>
            </a:lvl3pPr>
            <a:lvl4pPr algn="l">
              <a:defRPr sz="4275" b="1">
                <a:solidFill>
                  <a:srgbClr val="FFFFFF"/>
                </a:solidFill>
                <a:latin typeface="Segoe UI"/>
                <a:ea typeface="Segoe UI"/>
                <a:cs typeface="Segoe UI"/>
              </a:defRPr>
            </a:lvl4pPr>
            <a:lvl5pPr algn="l">
              <a:defRPr sz="4275" b="1">
                <a:solidFill>
                  <a:srgbClr val="FFFFFF"/>
                </a:solidFill>
                <a:latin typeface="Segoe UI"/>
                <a:ea typeface="Segoe UI"/>
                <a:cs typeface="Segoe UI"/>
              </a:defRPr>
            </a:lvl5pPr>
            <a:lvl6pPr algn="l">
              <a:defRPr sz="4275" b="1">
                <a:solidFill>
                  <a:srgbClr val="FFFFFF"/>
                </a:solidFill>
                <a:latin typeface="Segoe UI"/>
                <a:ea typeface="Segoe UI"/>
                <a:cs typeface="Segoe UI"/>
              </a:defRPr>
            </a:lvl6pPr>
            <a:lvl7pPr algn="l">
              <a:defRPr sz="4275" b="1">
                <a:solidFill>
                  <a:srgbClr val="FFFFFF"/>
                </a:solidFill>
                <a:latin typeface="Segoe UI"/>
                <a:ea typeface="Segoe UI"/>
                <a:cs typeface="Segoe UI"/>
              </a:defRPr>
            </a:lvl7pPr>
            <a:lvl8pPr algn="l">
              <a:defRPr sz="4275" b="1">
                <a:solidFill>
                  <a:srgbClr val="FFFFFF"/>
                </a:solidFill>
                <a:latin typeface="Segoe UI"/>
                <a:ea typeface="Segoe UI"/>
                <a:cs typeface="Segoe UI"/>
              </a:defRPr>
            </a:lvl8pPr>
            <a:lvl9pPr algn="l">
              <a:defRPr sz="4275" b="1">
                <a:solidFill>
                  <a:srgbClr val="FFFFFF"/>
                </a:solidFill>
                <a:latin typeface="Segoe UI"/>
                <a:ea typeface="Segoe UI"/>
                <a:cs typeface="Segoe UI"/>
              </a:defRPr>
            </a:lvl9pPr>
          </a:lstStyle>
          <a:p xmlns:a="http://schemas.openxmlformats.org/drawingml/2006/main">
            <a:pPr algn="l">
              <a:defRPr sz="4275" b="1">
                <a:solidFill>
                  <a:srgbClr val="FFFFFF"/>
                </a:solidFill>
                <a:latin typeface="Segoe UI"/>
                <a:ea typeface="Segoe UI"/>
                <a:cs typeface="Segoe UI"/>
              </a:defRPr>
            </a:pPr>
            <a:r>
              <a:rPr sz="4275" b="1">
                <a:solidFill>
                  <a:srgbClr val="FFFFFF"/>
                </a:solidFill>
                <a:latin typeface="Segoe UI"/>
                <a:ea typeface="Segoe UI"/>
                <a:cs typeface="Segoe UI"/>
              </a:rPr>
              <a:t>La APK es la</a:t>
            </a:r>
          </a:p>
          <a:p xmlns:a="http://schemas.openxmlformats.org/drawingml/2006/main">
            <a:pPr algn="l">
              <a:defRPr sz="4275" b="1">
                <a:solidFill>
                  <a:srgbClr val="FFFFFF"/>
                </a:solidFill>
                <a:latin typeface="Segoe UI"/>
                <a:ea typeface="Segoe UI"/>
                <a:cs typeface="Segoe UI"/>
              </a:defRPr>
            </a:pPr>
            <a:r>
              <a:rPr sz="4275" b="1">
                <a:solidFill>
                  <a:srgbClr val="FFFFFF"/>
                </a:solidFill>
                <a:latin typeface="Segoe UI"/>
                <a:ea typeface="Segoe UI"/>
                <a:cs typeface="Segoe UI"/>
              </a:rPr>
              <a:t>protagonista</a:t>
            </a:r>
          </a:p>
        </p:txBody>
      </p:sp>
      <p:sp>
        <p:nvSpPr>
          <p:cNvPr id="4" name="">
            <a:extLst xmlns:a="http://schemas.openxmlformats.org/drawingml/2006/main">
              <a:ext uri="{FF2B5EF4-FFF2-40B4-BE49-F238E27FC236}">
                <a16:creationId xmlns:a16="http://schemas.microsoft.com/office/drawing/2014/main" id="{A2D57FC7-1951-4431-8BA0-47D5C5E36CC3}"/>
              </a:ext>
            </a:extLst>
          </p:cNvPr>
          <p:cNvSpPr>
            <a:spLocks xmlns:a="http://schemas.openxmlformats.org/drawingml/2006/main" noGrp="1"/>
          </p:cNvSpPr>
          <p:nvPr/>
        </p:nvSpPr>
        <p:spPr>
          <a:xfrm xmlns:a="http://schemas.openxmlformats.org/drawingml/2006/main">
            <a:off x="685800" y="3686175"/>
            <a:ext cx="5095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0">
                <a:solidFill>
                  <a:srgbClr val="FFFFFF"/>
                </a:solidFill>
                <a:latin typeface="Segoe UI"/>
                <a:ea typeface="Segoe UI"/>
                <a:cs typeface="Segoe UI"/>
              </a:defRPr>
            </a:defPPr>
            <a:lvl1pPr algn="l">
              <a:defRPr sz="1800" b="0">
                <a:solidFill>
                  <a:srgbClr val="FFFFFF"/>
                </a:solidFill>
                <a:latin typeface="Segoe UI"/>
                <a:ea typeface="Segoe UI"/>
                <a:cs typeface="Segoe UI"/>
              </a:defRPr>
            </a:lvl1pPr>
            <a:lvl2pPr algn="l">
              <a:defRPr sz="1800" b="0">
                <a:solidFill>
                  <a:srgbClr val="FFFFFF"/>
                </a:solidFill>
                <a:latin typeface="Segoe UI"/>
                <a:ea typeface="Segoe UI"/>
                <a:cs typeface="Segoe UI"/>
              </a:defRPr>
            </a:lvl2pPr>
            <a:lvl3pPr algn="l">
              <a:defRPr sz="1800" b="0">
                <a:solidFill>
                  <a:srgbClr val="FFFFFF"/>
                </a:solidFill>
                <a:latin typeface="Segoe UI"/>
                <a:ea typeface="Segoe UI"/>
                <a:cs typeface="Segoe UI"/>
              </a:defRPr>
            </a:lvl3pPr>
            <a:lvl4pPr algn="l">
              <a:defRPr sz="1800" b="0">
                <a:solidFill>
                  <a:srgbClr val="FFFFFF"/>
                </a:solidFill>
                <a:latin typeface="Segoe UI"/>
                <a:ea typeface="Segoe UI"/>
                <a:cs typeface="Segoe UI"/>
              </a:defRPr>
            </a:lvl4pPr>
            <a:lvl5pPr algn="l">
              <a:defRPr sz="1800" b="0">
                <a:solidFill>
                  <a:srgbClr val="FFFFFF"/>
                </a:solidFill>
                <a:latin typeface="Segoe UI"/>
                <a:ea typeface="Segoe UI"/>
                <a:cs typeface="Segoe UI"/>
              </a:defRPr>
            </a:lvl5pPr>
            <a:lvl6pPr algn="l">
              <a:defRPr sz="1800" b="0">
                <a:solidFill>
                  <a:srgbClr val="FFFFFF"/>
                </a:solidFill>
                <a:latin typeface="Segoe UI"/>
                <a:ea typeface="Segoe UI"/>
                <a:cs typeface="Segoe UI"/>
              </a:defRPr>
            </a:lvl6pPr>
            <a:lvl7pPr algn="l">
              <a:defRPr sz="1800" b="0">
                <a:solidFill>
                  <a:srgbClr val="FFFFFF"/>
                </a:solidFill>
                <a:latin typeface="Segoe UI"/>
                <a:ea typeface="Segoe UI"/>
                <a:cs typeface="Segoe UI"/>
              </a:defRPr>
            </a:lvl7pPr>
            <a:lvl8pPr algn="l">
              <a:defRPr sz="1800" b="0">
                <a:solidFill>
                  <a:srgbClr val="FFFFFF"/>
                </a:solidFill>
                <a:latin typeface="Segoe UI"/>
                <a:ea typeface="Segoe UI"/>
                <a:cs typeface="Segoe UI"/>
              </a:defRPr>
            </a:lvl8pPr>
            <a:lvl9pPr algn="l">
              <a:defRPr sz="1800" b="0">
                <a:solidFill>
                  <a:srgbClr val="FFFFFF"/>
                </a:solidFill>
                <a:latin typeface="Segoe UI"/>
                <a:ea typeface="Segoe UI"/>
                <a:cs typeface="Segoe UI"/>
              </a:defRPr>
            </a:lvl9pPr>
          </a:lstStyle>
          <a:p xmlns:a="http://schemas.openxmlformats.org/drawingml/2006/main">
            <a:pPr algn="l">
              <a:defRPr sz="1800" b="0">
                <a:solidFill>
                  <a:srgbClr val="FFFFFF"/>
                </a:solidFill>
                <a:latin typeface="Segoe UI"/>
                <a:ea typeface="Segoe UI"/>
                <a:cs typeface="Segoe UI"/>
              </a:defRPr>
            </a:pPr>
            <a:r>
              <a:rPr sz="1800" b="0">
                <a:solidFill>
                  <a:srgbClr val="FFFFFF"/>
                </a:solidFill>
                <a:latin typeface="Segoe UI"/>
                <a:ea typeface="Segoe UI"/>
                <a:cs typeface="Segoe UI"/>
              </a:rPr>
              <a:t>1  Video de contexto</a:t>
            </a:r>
          </a:p>
        </p:txBody>
      </p:sp>
      <p:sp>
        <p:nvSpPr>
          <p:cNvPr id="5" name="">
            <a:extLst xmlns:a="http://schemas.openxmlformats.org/drawingml/2006/main">
              <a:ext uri="{FF2B5EF4-FFF2-40B4-BE49-F238E27FC236}">
                <a16:creationId xmlns:a16="http://schemas.microsoft.com/office/drawing/2014/main" id="{42EA87C3-113B-4E52-8B18-4125766E95C7}"/>
              </a:ext>
            </a:extLst>
          </p:cNvPr>
          <p:cNvSpPr>
            <a:spLocks xmlns:a="http://schemas.openxmlformats.org/drawingml/2006/main" noGrp="1"/>
          </p:cNvSpPr>
          <p:nvPr/>
        </p:nvSpPr>
        <p:spPr>
          <a:xfrm xmlns:a="http://schemas.openxmlformats.org/drawingml/2006/main">
            <a:off x="685800" y="4171950"/>
            <a:ext cx="53911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0">
                <a:solidFill>
                  <a:srgbClr val="FFFFFF"/>
                </a:solidFill>
                <a:latin typeface="Segoe UI"/>
                <a:ea typeface="Segoe UI"/>
                <a:cs typeface="Segoe UI"/>
              </a:defRPr>
            </a:defPPr>
            <a:lvl1pPr algn="l">
              <a:defRPr sz="1800" b="0">
                <a:solidFill>
                  <a:srgbClr val="FFFFFF"/>
                </a:solidFill>
                <a:latin typeface="Segoe UI"/>
                <a:ea typeface="Segoe UI"/>
                <a:cs typeface="Segoe UI"/>
              </a:defRPr>
            </a:lvl1pPr>
            <a:lvl2pPr algn="l">
              <a:defRPr sz="1800" b="0">
                <a:solidFill>
                  <a:srgbClr val="FFFFFF"/>
                </a:solidFill>
                <a:latin typeface="Segoe UI"/>
                <a:ea typeface="Segoe UI"/>
                <a:cs typeface="Segoe UI"/>
              </a:defRPr>
            </a:lvl2pPr>
            <a:lvl3pPr algn="l">
              <a:defRPr sz="1800" b="0">
                <a:solidFill>
                  <a:srgbClr val="FFFFFF"/>
                </a:solidFill>
                <a:latin typeface="Segoe UI"/>
                <a:ea typeface="Segoe UI"/>
                <a:cs typeface="Segoe UI"/>
              </a:defRPr>
            </a:lvl3pPr>
            <a:lvl4pPr algn="l">
              <a:defRPr sz="1800" b="0">
                <a:solidFill>
                  <a:srgbClr val="FFFFFF"/>
                </a:solidFill>
                <a:latin typeface="Segoe UI"/>
                <a:ea typeface="Segoe UI"/>
                <a:cs typeface="Segoe UI"/>
              </a:defRPr>
            </a:lvl4pPr>
            <a:lvl5pPr algn="l">
              <a:defRPr sz="1800" b="0">
                <a:solidFill>
                  <a:srgbClr val="FFFFFF"/>
                </a:solidFill>
                <a:latin typeface="Segoe UI"/>
                <a:ea typeface="Segoe UI"/>
                <a:cs typeface="Segoe UI"/>
              </a:defRPr>
            </a:lvl5pPr>
            <a:lvl6pPr algn="l">
              <a:defRPr sz="1800" b="0">
                <a:solidFill>
                  <a:srgbClr val="FFFFFF"/>
                </a:solidFill>
                <a:latin typeface="Segoe UI"/>
                <a:ea typeface="Segoe UI"/>
                <a:cs typeface="Segoe UI"/>
              </a:defRPr>
            </a:lvl6pPr>
            <a:lvl7pPr algn="l">
              <a:defRPr sz="1800" b="0">
                <a:solidFill>
                  <a:srgbClr val="FFFFFF"/>
                </a:solidFill>
                <a:latin typeface="Segoe UI"/>
                <a:ea typeface="Segoe UI"/>
                <a:cs typeface="Segoe UI"/>
              </a:defRPr>
            </a:lvl7pPr>
            <a:lvl8pPr algn="l">
              <a:defRPr sz="1800" b="0">
                <a:solidFill>
                  <a:srgbClr val="FFFFFF"/>
                </a:solidFill>
                <a:latin typeface="Segoe UI"/>
                <a:ea typeface="Segoe UI"/>
                <a:cs typeface="Segoe UI"/>
              </a:defRPr>
            </a:lvl8pPr>
            <a:lvl9pPr algn="l">
              <a:defRPr sz="1800" b="0">
                <a:solidFill>
                  <a:srgbClr val="FFFFFF"/>
                </a:solidFill>
                <a:latin typeface="Segoe UI"/>
                <a:ea typeface="Segoe UI"/>
                <a:cs typeface="Segoe UI"/>
              </a:defRPr>
            </a:lvl9pPr>
          </a:lstStyle>
          <a:p xmlns:a="http://schemas.openxmlformats.org/drawingml/2006/main">
            <a:pPr algn="l">
              <a:defRPr sz="1800" b="0">
                <a:solidFill>
                  <a:srgbClr val="FFFFFF"/>
                </a:solidFill>
                <a:latin typeface="Segoe UI"/>
                <a:ea typeface="Segoe UI"/>
                <a:cs typeface="Segoe UI"/>
              </a:defRPr>
            </a:pPr>
            <a:r>
              <a:rPr sz="1800" b="0">
                <a:solidFill>
                  <a:srgbClr val="FFFFFF"/>
                </a:solidFill>
                <a:latin typeface="Segoe UI"/>
                <a:ea typeface="Segoe UI"/>
                <a:cs typeface="Segoe UI"/>
              </a:rPr>
              <a:t>2  Demostración con la APK</a:t>
            </a:r>
          </a:p>
        </p:txBody>
      </p:sp>
      <p:sp>
        <p:nvSpPr>
          <p:cNvPr id="6" name="">
            <a:extLst xmlns:a="http://schemas.openxmlformats.org/drawingml/2006/main">
              <a:ext uri="{FF2B5EF4-FFF2-40B4-BE49-F238E27FC236}">
                <a16:creationId xmlns:a16="http://schemas.microsoft.com/office/drawing/2014/main" id="{3CA7CD9C-28DA-4A6A-897C-28BE9DB58917}"/>
              </a:ext>
            </a:extLst>
          </p:cNvPr>
          <p:cNvSpPr>
            <a:spLocks xmlns:a="http://schemas.openxmlformats.org/drawingml/2006/main" noGrp="1"/>
          </p:cNvSpPr>
          <p:nvPr/>
        </p:nvSpPr>
        <p:spPr>
          <a:xfrm xmlns:a="http://schemas.openxmlformats.org/drawingml/2006/main">
            <a:off x="685800" y="4657725"/>
            <a:ext cx="5676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0">
                <a:solidFill>
                  <a:srgbClr val="FFFFFF"/>
                </a:solidFill>
                <a:latin typeface="Segoe UI"/>
                <a:ea typeface="Segoe UI"/>
                <a:cs typeface="Segoe UI"/>
              </a:defRPr>
            </a:defPPr>
            <a:lvl1pPr algn="l">
              <a:defRPr sz="1800" b="0">
                <a:solidFill>
                  <a:srgbClr val="FFFFFF"/>
                </a:solidFill>
                <a:latin typeface="Segoe UI"/>
                <a:ea typeface="Segoe UI"/>
                <a:cs typeface="Segoe UI"/>
              </a:defRPr>
            </a:lvl1pPr>
            <a:lvl2pPr algn="l">
              <a:defRPr sz="1800" b="0">
                <a:solidFill>
                  <a:srgbClr val="FFFFFF"/>
                </a:solidFill>
                <a:latin typeface="Segoe UI"/>
                <a:ea typeface="Segoe UI"/>
                <a:cs typeface="Segoe UI"/>
              </a:defRPr>
            </a:lvl2pPr>
            <a:lvl3pPr algn="l">
              <a:defRPr sz="1800" b="0">
                <a:solidFill>
                  <a:srgbClr val="FFFFFF"/>
                </a:solidFill>
                <a:latin typeface="Segoe UI"/>
                <a:ea typeface="Segoe UI"/>
                <a:cs typeface="Segoe UI"/>
              </a:defRPr>
            </a:lvl3pPr>
            <a:lvl4pPr algn="l">
              <a:defRPr sz="1800" b="0">
                <a:solidFill>
                  <a:srgbClr val="FFFFFF"/>
                </a:solidFill>
                <a:latin typeface="Segoe UI"/>
                <a:ea typeface="Segoe UI"/>
                <a:cs typeface="Segoe UI"/>
              </a:defRPr>
            </a:lvl4pPr>
            <a:lvl5pPr algn="l">
              <a:defRPr sz="1800" b="0">
                <a:solidFill>
                  <a:srgbClr val="FFFFFF"/>
                </a:solidFill>
                <a:latin typeface="Segoe UI"/>
                <a:ea typeface="Segoe UI"/>
                <a:cs typeface="Segoe UI"/>
              </a:defRPr>
            </a:lvl5pPr>
            <a:lvl6pPr algn="l">
              <a:defRPr sz="1800" b="0">
                <a:solidFill>
                  <a:srgbClr val="FFFFFF"/>
                </a:solidFill>
                <a:latin typeface="Segoe UI"/>
                <a:ea typeface="Segoe UI"/>
                <a:cs typeface="Segoe UI"/>
              </a:defRPr>
            </a:lvl6pPr>
            <a:lvl7pPr algn="l">
              <a:defRPr sz="1800" b="0">
                <a:solidFill>
                  <a:srgbClr val="FFFFFF"/>
                </a:solidFill>
                <a:latin typeface="Segoe UI"/>
                <a:ea typeface="Segoe UI"/>
                <a:cs typeface="Segoe UI"/>
              </a:defRPr>
            </a:lvl7pPr>
            <a:lvl8pPr algn="l">
              <a:defRPr sz="1800" b="0">
                <a:solidFill>
                  <a:srgbClr val="FFFFFF"/>
                </a:solidFill>
                <a:latin typeface="Segoe UI"/>
                <a:ea typeface="Segoe UI"/>
                <a:cs typeface="Segoe UI"/>
              </a:defRPr>
            </a:lvl8pPr>
            <a:lvl9pPr algn="l">
              <a:defRPr sz="1800" b="0">
                <a:solidFill>
                  <a:srgbClr val="FFFFFF"/>
                </a:solidFill>
                <a:latin typeface="Segoe UI"/>
                <a:ea typeface="Segoe UI"/>
                <a:cs typeface="Segoe UI"/>
              </a:defRPr>
            </a:lvl9pPr>
          </a:lstStyle>
          <a:p xmlns:a="http://schemas.openxmlformats.org/drawingml/2006/main">
            <a:pPr algn="l">
              <a:defRPr sz="1800" b="0">
                <a:solidFill>
                  <a:srgbClr val="FFFFFF"/>
                </a:solidFill>
                <a:latin typeface="Segoe UI"/>
                <a:ea typeface="Segoe UI"/>
                <a:cs typeface="Segoe UI"/>
              </a:defRPr>
            </a:pPr>
            <a:r>
              <a:rPr sz="1800" b="0">
                <a:solidFill>
                  <a:srgbClr val="FFFFFF"/>
                </a:solidFill>
                <a:latin typeface="Segoe UI"/>
                <a:ea typeface="Segoe UI"/>
                <a:cs typeface="Segoe UI"/>
              </a:rPr>
              <a:t>3  Video demo como respaldo</a:t>
            </a:r>
          </a:p>
        </p:txBody>
      </p:sp>
      <p:sp>
        <p:nvSpPr>
          <p:cNvPr id="7" name="">
            <a:extLst xmlns:a="http://schemas.openxmlformats.org/drawingml/2006/main">
              <a:ext uri="{FF2B5EF4-FFF2-40B4-BE49-F238E27FC236}">
                <a16:creationId xmlns:a16="http://schemas.microsoft.com/office/drawing/2014/main" id="{54D91384-0C38-456D-A5FE-7A3BA20F30E8}"/>
              </a:ext>
            </a:extLst>
          </p:cNvPr>
          <p:cNvSpPr>
            <a:spLocks xmlns:a="http://schemas.openxmlformats.org/drawingml/2006/main" noGrp="1"/>
          </p:cNvSpPr>
          <p:nvPr/>
        </p:nvSpPr>
        <p:spPr>
          <a:xfrm xmlns:a="http://schemas.openxmlformats.org/drawingml/2006/main">
            <a:off x="685800" y="5372100"/>
            <a:ext cx="5476875" cy="0"/>
          </a:xfrm>
          <a:prstGeom xmlns:a="http://schemas.openxmlformats.org/drawingml/2006/main" prst="line">
            <a:avLst/>
          </a:prstGeom>
          <a:noFill xmlns:a="http://schemas.openxmlformats.org/drawingml/2006/main"/>
          <a:ln xmlns:a="http://schemas.openxmlformats.org/drawingml/2006/main" w="19050">
            <a:solidFill>
              <a:srgbClr val="70E8FF"/>
            </a:solidFill>
            <a:prstDash val="solid"/>
          </a:ln>
        </p:spPr>
      </p:sp>
      <p:sp>
        <p:nvSpPr>
          <p:cNvPr id="8" name="">
            <a:extLst xmlns:a="http://schemas.openxmlformats.org/drawingml/2006/main">
              <a:ext uri="{FF2B5EF4-FFF2-40B4-BE49-F238E27FC236}">
                <a16:creationId xmlns:a16="http://schemas.microsoft.com/office/drawing/2014/main" id="{EE74A565-CC71-4A16-BD01-ECE2D8DCA502}"/>
              </a:ext>
            </a:extLst>
          </p:cNvPr>
          <p:cNvSpPr>
            <a:spLocks xmlns:a="http://schemas.openxmlformats.org/drawingml/2006/main" noGrp="1"/>
          </p:cNvSpPr>
          <p:nvPr/>
        </p:nvSpPr>
        <p:spPr>
          <a:xfrm xmlns:a="http://schemas.openxmlformats.org/drawingml/2006/main">
            <a:off x="685800" y="5572125"/>
            <a:ext cx="5667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1">
                <a:solidFill>
                  <a:srgbClr val="FFD16A"/>
                </a:solidFill>
                <a:latin typeface="Segoe UI"/>
                <a:ea typeface="Segoe UI"/>
                <a:cs typeface="Segoe UI"/>
              </a:defRPr>
            </a:defPPr>
            <a:lvl1pPr algn="l">
              <a:defRPr sz="1800" b="1">
                <a:solidFill>
                  <a:srgbClr val="FFD16A"/>
                </a:solidFill>
                <a:latin typeface="Segoe UI"/>
                <a:ea typeface="Segoe UI"/>
                <a:cs typeface="Segoe UI"/>
              </a:defRPr>
            </a:lvl1pPr>
            <a:lvl2pPr algn="l">
              <a:defRPr sz="1800" b="1">
                <a:solidFill>
                  <a:srgbClr val="FFD16A"/>
                </a:solidFill>
                <a:latin typeface="Segoe UI"/>
                <a:ea typeface="Segoe UI"/>
                <a:cs typeface="Segoe UI"/>
              </a:defRPr>
            </a:lvl2pPr>
            <a:lvl3pPr algn="l">
              <a:defRPr sz="1800" b="1">
                <a:solidFill>
                  <a:srgbClr val="FFD16A"/>
                </a:solidFill>
                <a:latin typeface="Segoe UI"/>
                <a:ea typeface="Segoe UI"/>
                <a:cs typeface="Segoe UI"/>
              </a:defRPr>
            </a:lvl3pPr>
            <a:lvl4pPr algn="l">
              <a:defRPr sz="1800" b="1">
                <a:solidFill>
                  <a:srgbClr val="FFD16A"/>
                </a:solidFill>
                <a:latin typeface="Segoe UI"/>
                <a:ea typeface="Segoe UI"/>
                <a:cs typeface="Segoe UI"/>
              </a:defRPr>
            </a:lvl4pPr>
            <a:lvl5pPr algn="l">
              <a:defRPr sz="1800" b="1">
                <a:solidFill>
                  <a:srgbClr val="FFD16A"/>
                </a:solidFill>
                <a:latin typeface="Segoe UI"/>
                <a:ea typeface="Segoe UI"/>
                <a:cs typeface="Segoe UI"/>
              </a:defRPr>
            </a:lvl5pPr>
            <a:lvl6pPr algn="l">
              <a:defRPr sz="1800" b="1">
                <a:solidFill>
                  <a:srgbClr val="FFD16A"/>
                </a:solidFill>
                <a:latin typeface="Segoe UI"/>
                <a:ea typeface="Segoe UI"/>
                <a:cs typeface="Segoe UI"/>
              </a:defRPr>
            </a:lvl6pPr>
            <a:lvl7pPr algn="l">
              <a:defRPr sz="1800" b="1">
                <a:solidFill>
                  <a:srgbClr val="FFD16A"/>
                </a:solidFill>
                <a:latin typeface="Segoe UI"/>
                <a:ea typeface="Segoe UI"/>
                <a:cs typeface="Segoe UI"/>
              </a:defRPr>
            </a:lvl7pPr>
            <a:lvl8pPr algn="l">
              <a:defRPr sz="1800" b="1">
                <a:solidFill>
                  <a:srgbClr val="FFD16A"/>
                </a:solidFill>
                <a:latin typeface="Segoe UI"/>
                <a:ea typeface="Segoe UI"/>
                <a:cs typeface="Segoe UI"/>
              </a:defRPr>
            </a:lvl8pPr>
            <a:lvl9pPr algn="l">
              <a:defRPr sz="1800" b="1">
                <a:solidFill>
                  <a:srgbClr val="FFD16A"/>
                </a:solidFill>
                <a:latin typeface="Segoe UI"/>
                <a:ea typeface="Segoe UI"/>
                <a:cs typeface="Segoe UI"/>
              </a:defRPr>
            </a:lvl9pPr>
          </a:lstStyle>
          <a:p xmlns:a="http://schemas.openxmlformats.org/drawingml/2006/main">
            <a:pPr algn="l">
              <a:defRPr sz="1800" b="1">
                <a:solidFill>
                  <a:srgbClr val="FFD16A"/>
                </a:solidFill>
                <a:latin typeface="Segoe UI"/>
                <a:ea typeface="Segoe UI"/>
                <a:cs typeface="Segoe UI"/>
              </a:defRPr>
            </a:pPr>
            <a:r>
              <a:rPr sz="1800" b="1">
                <a:solidFill>
                  <a:srgbClr val="FFD16A"/>
                </a:solidFill>
                <a:latin typeface="Segoe UI"/>
                <a:ea typeface="Segoe UI"/>
                <a:cs typeface="Segoe UI"/>
              </a:rPr>
              <a:t>Meta: semana 15 · 20 de noviembre</a:t>
            </a:r>
          </a:p>
        </p:txBody>
      </p:sp>
      <p:sp>
        <p:nvSpPr>
          <p:cNvPr id="9" name="">
            <a:extLst xmlns:a="http://schemas.openxmlformats.org/drawingml/2006/main">
              <a:ext uri="{FF2B5EF4-FFF2-40B4-BE49-F238E27FC236}">
                <a16:creationId xmlns:a16="http://schemas.microsoft.com/office/drawing/2014/main" id="{8CC9B7F0-104F-41B7-868C-7F06779F4D80}"/>
              </a:ext>
            </a:extLst>
          </p:cNvPr>
          <p:cNvSpPr>
            <a:spLocks xmlns:a="http://schemas.openxmlformats.org/drawingml/2006/main" noGrp="1"/>
          </p:cNvSpPr>
          <p:nvPr/>
        </p:nvSpPr>
        <p:spPr>
          <a:xfrm xmlns:a="http://schemas.openxmlformats.org/drawingml/2006/main">
            <a:off x="685800" y="6019800"/>
            <a:ext cx="5753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0">
                <a:solidFill>
                  <a:srgbClr val="B5C3FF"/>
                </a:solidFill>
                <a:latin typeface="Segoe UI"/>
                <a:ea typeface="Segoe UI"/>
                <a:cs typeface="Segoe UI"/>
              </a:defRPr>
            </a:defPPr>
            <a:lvl1pPr algn="l">
              <a:defRPr sz="1275" b="0">
                <a:solidFill>
                  <a:srgbClr val="B5C3FF"/>
                </a:solidFill>
                <a:latin typeface="Segoe UI"/>
                <a:ea typeface="Segoe UI"/>
                <a:cs typeface="Segoe UI"/>
              </a:defRPr>
            </a:lvl1pPr>
            <a:lvl2pPr algn="l">
              <a:defRPr sz="1275" b="0">
                <a:solidFill>
                  <a:srgbClr val="B5C3FF"/>
                </a:solidFill>
                <a:latin typeface="Segoe UI"/>
                <a:ea typeface="Segoe UI"/>
                <a:cs typeface="Segoe UI"/>
              </a:defRPr>
            </a:lvl2pPr>
            <a:lvl3pPr algn="l">
              <a:defRPr sz="1275" b="0">
                <a:solidFill>
                  <a:srgbClr val="B5C3FF"/>
                </a:solidFill>
                <a:latin typeface="Segoe UI"/>
                <a:ea typeface="Segoe UI"/>
                <a:cs typeface="Segoe UI"/>
              </a:defRPr>
            </a:lvl3pPr>
            <a:lvl4pPr algn="l">
              <a:defRPr sz="1275" b="0">
                <a:solidFill>
                  <a:srgbClr val="B5C3FF"/>
                </a:solidFill>
                <a:latin typeface="Segoe UI"/>
                <a:ea typeface="Segoe UI"/>
                <a:cs typeface="Segoe UI"/>
              </a:defRPr>
            </a:lvl4pPr>
            <a:lvl5pPr algn="l">
              <a:defRPr sz="1275" b="0">
                <a:solidFill>
                  <a:srgbClr val="B5C3FF"/>
                </a:solidFill>
                <a:latin typeface="Segoe UI"/>
                <a:ea typeface="Segoe UI"/>
                <a:cs typeface="Segoe UI"/>
              </a:defRPr>
            </a:lvl5pPr>
            <a:lvl6pPr algn="l">
              <a:defRPr sz="1275" b="0">
                <a:solidFill>
                  <a:srgbClr val="B5C3FF"/>
                </a:solidFill>
                <a:latin typeface="Segoe UI"/>
                <a:ea typeface="Segoe UI"/>
                <a:cs typeface="Segoe UI"/>
              </a:defRPr>
            </a:lvl6pPr>
            <a:lvl7pPr algn="l">
              <a:defRPr sz="1275" b="0">
                <a:solidFill>
                  <a:srgbClr val="B5C3FF"/>
                </a:solidFill>
                <a:latin typeface="Segoe UI"/>
                <a:ea typeface="Segoe UI"/>
                <a:cs typeface="Segoe UI"/>
              </a:defRPr>
            </a:lvl7pPr>
            <a:lvl8pPr algn="l">
              <a:defRPr sz="1275" b="0">
                <a:solidFill>
                  <a:srgbClr val="B5C3FF"/>
                </a:solidFill>
                <a:latin typeface="Segoe UI"/>
                <a:ea typeface="Segoe UI"/>
                <a:cs typeface="Segoe UI"/>
              </a:defRPr>
            </a:lvl8pPr>
            <a:lvl9pPr algn="l">
              <a:defRPr sz="1275" b="0">
                <a:solidFill>
                  <a:srgbClr val="B5C3FF"/>
                </a:solidFill>
                <a:latin typeface="Segoe UI"/>
                <a:ea typeface="Segoe UI"/>
                <a:cs typeface="Segoe UI"/>
              </a:defRPr>
            </a:lvl9pPr>
          </a:lstStyle>
          <a:p xmlns:a="http://schemas.openxmlformats.org/drawingml/2006/main">
            <a:pPr algn="l">
              <a:defRPr sz="1275" b="0">
                <a:solidFill>
                  <a:srgbClr val="B5C3FF"/>
                </a:solidFill>
                <a:latin typeface="Segoe UI"/>
                <a:ea typeface="Segoe UI"/>
                <a:cs typeface="Segoe UI"/>
              </a:defRPr>
            </a:pPr>
            <a:r>
              <a:rPr sz="1275" b="0">
                <a:solidFill>
                  <a:srgbClr val="B5C3FF"/>
                </a:solidFill>
                <a:latin typeface="Segoe UI"/>
                <a:ea typeface="Segoe UI"/>
                <a:cs typeface="Segoe UI"/>
              </a:rPr>
              <a:t>Pago Sandbox, QR real y beta pendientes de cierre.</a:t>
            </a:r>
          </a:p>
        </p:txBody>
      </p:sp>
    </p:spTree>
    <p:extLst>
      <p:ext uri="{BB962C8B-B14F-4D97-AF65-F5344CB8AC3E}">
        <p14:creationId xmlns:p14="http://schemas.microsoft.com/office/powerpoint/2010/main" val="103126051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2026-10-19T18:24:36.8490000Z</dcterms:created>
  <dcterms:modified xsi:type="dcterms:W3CDTF">2026-10-19T18:24:36.8490000Z</dcterms:modified>
</coreProperties>
</file>